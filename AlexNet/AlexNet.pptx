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11"/>
  </p:notesMasterIdLst>
  <p:sldIdLst>
    <p:sldId id="256" r:id="rId2"/>
    <p:sldId id="257" r:id="rId3"/>
    <p:sldId id="266" r:id="rId4"/>
    <p:sldId id="258" r:id="rId5"/>
    <p:sldId id="259" r:id="rId6"/>
    <p:sldId id="265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429A0-5DEA-4652-8D15-29D6725D36C4}" v="15" dt="2022-12-08T08:44:52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ka Bacso" userId="eb69b254fbf9f166" providerId="LiveId" clId="{C99429A0-5DEA-4652-8D15-29D6725D36C4}"/>
    <pc:docChg chg="undo redo custSel addSld delSld modSld sldOrd">
      <pc:chgData name="Janka Bacso" userId="eb69b254fbf9f166" providerId="LiveId" clId="{C99429A0-5DEA-4652-8D15-29D6725D36C4}" dt="2022-12-08T11:31:28.609" v="3195" actId="20577"/>
      <pc:docMkLst>
        <pc:docMk/>
      </pc:docMkLst>
      <pc:sldChg chg="addSp delSp modSp mod">
        <pc:chgData name="Janka Bacso" userId="eb69b254fbf9f166" providerId="LiveId" clId="{C99429A0-5DEA-4652-8D15-29D6725D36C4}" dt="2022-12-08T11:29:20.243" v="3167"/>
        <pc:sldMkLst>
          <pc:docMk/>
          <pc:sldMk cId="958551392" sldId="257"/>
        </pc:sldMkLst>
        <pc:spChg chg="mod">
          <ac:chgData name="Janka Bacso" userId="eb69b254fbf9f166" providerId="LiveId" clId="{C99429A0-5DEA-4652-8D15-29D6725D36C4}" dt="2022-12-08T02:36:40.946" v="1947" actId="14100"/>
          <ac:spMkLst>
            <pc:docMk/>
            <pc:sldMk cId="958551392" sldId="257"/>
            <ac:spMk id="2" creationId="{227DA92F-939E-57DA-82E5-7F739F747321}"/>
          </ac:spMkLst>
        </pc:spChg>
        <pc:spChg chg="mod">
          <ac:chgData name="Janka Bacso" userId="eb69b254fbf9f166" providerId="LiveId" clId="{C99429A0-5DEA-4652-8D15-29D6725D36C4}" dt="2022-12-08T11:28:43.418" v="3162" actId="20577"/>
          <ac:spMkLst>
            <pc:docMk/>
            <pc:sldMk cId="958551392" sldId="257"/>
            <ac:spMk id="3" creationId="{F6A29EB8-4817-3FB9-1D17-FA8E4194E629}"/>
          </ac:spMkLst>
        </pc:spChg>
        <pc:spChg chg="mod">
          <ac:chgData name="Janka Bacso" userId="eb69b254fbf9f166" providerId="LiveId" clId="{C99429A0-5DEA-4652-8D15-29D6725D36C4}" dt="2022-12-08T11:29:20.243" v="3167"/>
          <ac:spMkLst>
            <pc:docMk/>
            <pc:sldMk cId="958551392" sldId="257"/>
            <ac:spMk id="9" creationId="{EB290614-7E69-6B92-2AFD-24B24D014DD4}"/>
          </ac:spMkLst>
        </pc:spChg>
        <pc:spChg chg="add del mod">
          <ac:chgData name="Janka Bacso" userId="eb69b254fbf9f166" providerId="LiveId" clId="{C99429A0-5DEA-4652-8D15-29D6725D36C4}" dt="2022-12-08T02:37:26.087" v="1955" actId="21"/>
          <ac:spMkLst>
            <pc:docMk/>
            <pc:sldMk cId="958551392" sldId="257"/>
            <ac:spMk id="11" creationId="{CEDDC14A-C76B-C974-99A5-F33B3E03307D}"/>
          </ac:spMkLst>
        </pc:spChg>
        <pc:spChg chg="add del mod">
          <ac:chgData name="Janka Bacso" userId="eb69b254fbf9f166" providerId="LiveId" clId="{C99429A0-5DEA-4652-8D15-29D6725D36C4}" dt="2022-12-08T02:39:49.992" v="1992"/>
          <ac:spMkLst>
            <pc:docMk/>
            <pc:sldMk cId="958551392" sldId="257"/>
            <ac:spMk id="13" creationId="{A43FA7A2-D411-3763-F533-880D30E7CE35}"/>
          </ac:spMkLst>
        </pc:spChg>
      </pc:sldChg>
      <pc:sldChg chg="addSp modSp mod modNotesTx">
        <pc:chgData name="Janka Bacso" userId="eb69b254fbf9f166" providerId="LiveId" clId="{C99429A0-5DEA-4652-8D15-29D6725D36C4}" dt="2022-12-08T11:31:28.609" v="3195" actId="20577"/>
        <pc:sldMkLst>
          <pc:docMk/>
          <pc:sldMk cId="3872637552" sldId="258"/>
        </pc:sldMkLst>
        <pc:spChg chg="mod">
          <ac:chgData name="Janka Bacso" userId="eb69b254fbf9f166" providerId="LiveId" clId="{C99429A0-5DEA-4652-8D15-29D6725D36C4}" dt="2022-12-08T11:29:38.276" v="3174" actId="20577"/>
          <ac:spMkLst>
            <pc:docMk/>
            <pc:sldMk cId="3872637552" sldId="258"/>
            <ac:spMk id="9" creationId="{6DA8FB9B-F4F4-77F3-7E2E-BB70BB60777B}"/>
          </ac:spMkLst>
        </pc:spChg>
        <pc:spChg chg="add mod">
          <ac:chgData name="Janka Bacso" userId="eb69b254fbf9f166" providerId="LiveId" clId="{C99429A0-5DEA-4652-8D15-29D6725D36C4}" dt="2022-12-08T00:48:56.186" v="295" actId="20577"/>
          <ac:spMkLst>
            <pc:docMk/>
            <pc:sldMk cId="3872637552" sldId="258"/>
            <ac:spMk id="46" creationId="{D0D83B8E-B2ED-A929-B02E-E79D79B4863F}"/>
          </ac:spMkLst>
        </pc:spChg>
        <pc:spChg chg="add mod">
          <ac:chgData name="Janka Bacso" userId="eb69b254fbf9f166" providerId="LiveId" clId="{C99429A0-5DEA-4652-8D15-29D6725D36C4}" dt="2022-12-08T00:47:41.881" v="248" actId="20577"/>
          <ac:spMkLst>
            <pc:docMk/>
            <pc:sldMk cId="3872637552" sldId="258"/>
            <ac:spMk id="47" creationId="{5883CC9D-C60E-7D87-2834-36FB1EA259B0}"/>
          </ac:spMkLst>
        </pc:spChg>
      </pc:sldChg>
      <pc:sldChg chg="addSp modSp mod">
        <pc:chgData name="Janka Bacso" userId="eb69b254fbf9f166" providerId="LiveId" clId="{C99429A0-5DEA-4652-8D15-29D6725D36C4}" dt="2022-12-08T11:29:43.432" v="3176" actId="20577"/>
        <pc:sldMkLst>
          <pc:docMk/>
          <pc:sldMk cId="934217036" sldId="259"/>
        </pc:sldMkLst>
        <pc:spChg chg="mod">
          <ac:chgData name="Janka Bacso" userId="eb69b254fbf9f166" providerId="LiveId" clId="{C99429A0-5DEA-4652-8D15-29D6725D36C4}" dt="2022-12-08T02:21:36.613" v="1230" actId="1076"/>
          <ac:spMkLst>
            <pc:docMk/>
            <pc:sldMk cId="934217036" sldId="259"/>
            <ac:spMk id="2" creationId="{50AA50F5-6216-4E32-3101-EFE5106E094D}"/>
          </ac:spMkLst>
        </pc:spChg>
        <pc:spChg chg="mod">
          <ac:chgData name="Janka Bacso" userId="eb69b254fbf9f166" providerId="LiveId" clId="{C99429A0-5DEA-4652-8D15-29D6725D36C4}" dt="2022-12-08T11:29:43.432" v="3176" actId="20577"/>
          <ac:spMkLst>
            <pc:docMk/>
            <pc:sldMk cId="934217036" sldId="259"/>
            <ac:spMk id="9" creationId="{B61058A4-49E4-4A26-769F-77F6553E46A5}"/>
          </ac:spMkLst>
        </pc:spChg>
        <pc:spChg chg="add mod">
          <ac:chgData name="Janka Bacso" userId="eb69b254fbf9f166" providerId="LiveId" clId="{C99429A0-5DEA-4652-8D15-29D6725D36C4}" dt="2022-12-08T08:53:20.682" v="2250" actId="20577"/>
          <ac:spMkLst>
            <pc:docMk/>
            <pc:sldMk cId="934217036" sldId="259"/>
            <ac:spMk id="15" creationId="{BD7813D5-910B-4CD2-103F-494A86324EC8}"/>
          </ac:spMkLst>
        </pc:spChg>
        <pc:picChg chg="mod">
          <ac:chgData name="Janka Bacso" userId="eb69b254fbf9f166" providerId="LiveId" clId="{C99429A0-5DEA-4652-8D15-29D6725D36C4}" dt="2022-12-08T02:21:50.133" v="1233" actId="1076"/>
          <ac:picMkLst>
            <pc:docMk/>
            <pc:sldMk cId="934217036" sldId="259"/>
            <ac:picMk id="13" creationId="{0177F9E1-19DD-502F-61DA-D3EAEE738ED1}"/>
          </ac:picMkLst>
        </pc:picChg>
      </pc:sldChg>
      <pc:sldChg chg="addSp delSp modSp mod">
        <pc:chgData name="Janka Bacso" userId="eb69b254fbf9f166" providerId="LiveId" clId="{C99429A0-5DEA-4652-8D15-29D6725D36C4}" dt="2022-12-08T11:30:00.633" v="3184" actId="20577"/>
        <pc:sldMkLst>
          <pc:docMk/>
          <pc:sldMk cId="3481793787" sldId="260"/>
        </pc:sldMkLst>
        <pc:spChg chg="mod">
          <ac:chgData name="Janka Bacso" userId="eb69b254fbf9f166" providerId="LiveId" clId="{C99429A0-5DEA-4652-8D15-29D6725D36C4}" dt="2022-12-08T11:30:00.633" v="3184" actId="20577"/>
          <ac:spMkLst>
            <pc:docMk/>
            <pc:sldMk cId="3481793787" sldId="260"/>
            <ac:spMk id="9" creationId="{D5DC2648-F814-BB98-97D2-A6A38F18E799}"/>
          </ac:spMkLst>
        </pc:spChg>
        <pc:spChg chg="mod">
          <ac:chgData name="Janka Bacso" userId="eb69b254fbf9f166" providerId="LiveId" clId="{C99429A0-5DEA-4652-8D15-29D6725D36C4}" dt="2022-12-08T01:58:10.806" v="451" actId="1076"/>
          <ac:spMkLst>
            <pc:docMk/>
            <pc:sldMk cId="3481793787" sldId="260"/>
            <ac:spMk id="15" creationId="{53B6C52C-5DEA-BB18-0262-23513FE41D37}"/>
          </ac:spMkLst>
        </pc:spChg>
        <pc:spChg chg="add del mod">
          <ac:chgData name="Janka Bacso" userId="eb69b254fbf9f166" providerId="LiveId" clId="{C99429A0-5DEA-4652-8D15-29D6725D36C4}" dt="2022-12-08T01:57:37.875" v="431"/>
          <ac:spMkLst>
            <pc:docMk/>
            <pc:sldMk cId="3481793787" sldId="260"/>
            <ac:spMk id="46" creationId="{CB483CA4-9313-7611-6008-F62E66EDC397}"/>
          </ac:spMkLst>
        </pc:spChg>
        <pc:spChg chg="add mod">
          <ac:chgData name="Janka Bacso" userId="eb69b254fbf9f166" providerId="LiveId" clId="{C99429A0-5DEA-4652-8D15-29D6725D36C4}" dt="2022-12-08T02:00:45.469" v="480" actId="1076"/>
          <ac:spMkLst>
            <pc:docMk/>
            <pc:sldMk cId="3481793787" sldId="260"/>
            <ac:spMk id="48" creationId="{464CBEA8-A264-BF4E-C17B-D89875D25C0A}"/>
          </ac:spMkLst>
        </pc:spChg>
        <pc:spChg chg="add mod">
          <ac:chgData name="Janka Bacso" userId="eb69b254fbf9f166" providerId="LiveId" clId="{C99429A0-5DEA-4652-8D15-29D6725D36C4}" dt="2022-12-08T02:02:39.487" v="603" actId="1076"/>
          <ac:spMkLst>
            <pc:docMk/>
            <pc:sldMk cId="3481793787" sldId="260"/>
            <ac:spMk id="49" creationId="{503F8852-1462-A328-567D-B83C31A4CB53}"/>
          </ac:spMkLst>
        </pc:spChg>
        <pc:picChg chg="mod">
          <ac:chgData name="Janka Bacso" userId="eb69b254fbf9f166" providerId="LiveId" clId="{C99429A0-5DEA-4652-8D15-29D6725D36C4}" dt="2022-12-08T01:58:07.352" v="450" actId="1076"/>
          <ac:picMkLst>
            <pc:docMk/>
            <pc:sldMk cId="3481793787" sldId="260"/>
            <ac:picMk id="13" creationId="{1D9918C3-BF7B-61DB-7668-EA3D0C16D5C6}"/>
          </ac:picMkLst>
        </pc:picChg>
        <pc:picChg chg="add mod">
          <ac:chgData name="Janka Bacso" userId="eb69b254fbf9f166" providerId="LiveId" clId="{C99429A0-5DEA-4652-8D15-29D6725D36C4}" dt="2022-12-08T02:00:48.520" v="481" actId="1076"/>
          <ac:picMkLst>
            <pc:docMk/>
            <pc:sldMk cId="3481793787" sldId="260"/>
            <ac:picMk id="47" creationId="{5C9F92C1-47D3-9B19-FB12-282AD06A0C61}"/>
          </ac:picMkLst>
        </pc:picChg>
      </pc:sldChg>
      <pc:sldChg chg="addSp delSp modSp mod">
        <pc:chgData name="Janka Bacso" userId="eb69b254fbf9f166" providerId="LiveId" clId="{C99429A0-5DEA-4652-8D15-29D6725D36C4}" dt="2022-12-08T11:30:09.665" v="3189" actId="20577"/>
        <pc:sldMkLst>
          <pc:docMk/>
          <pc:sldMk cId="1459902023" sldId="261"/>
        </pc:sldMkLst>
        <pc:spChg chg="mod">
          <ac:chgData name="Janka Bacso" userId="eb69b254fbf9f166" providerId="LiveId" clId="{C99429A0-5DEA-4652-8D15-29D6725D36C4}" dt="2022-12-08T11:30:09.665" v="3189" actId="20577"/>
          <ac:spMkLst>
            <pc:docMk/>
            <pc:sldMk cId="1459902023" sldId="261"/>
            <ac:spMk id="9" creationId="{DEE46F0F-0095-2868-453E-97E6FCD38BAD}"/>
          </ac:spMkLst>
        </pc:spChg>
        <pc:spChg chg="mod">
          <ac:chgData name="Janka Bacso" userId="eb69b254fbf9f166" providerId="LiveId" clId="{C99429A0-5DEA-4652-8D15-29D6725D36C4}" dt="2022-12-08T01:57:57.451" v="447" actId="20577"/>
          <ac:spMkLst>
            <pc:docMk/>
            <pc:sldMk cId="1459902023" sldId="261"/>
            <ac:spMk id="15" creationId="{924AD508-182C-8833-6A4B-4D7FCA63201C}"/>
          </ac:spMkLst>
        </pc:spChg>
        <pc:spChg chg="add del mod">
          <ac:chgData name="Janka Bacso" userId="eb69b254fbf9f166" providerId="LiveId" clId="{C99429A0-5DEA-4652-8D15-29D6725D36C4}" dt="2022-12-08T02:09:15.418" v="608"/>
          <ac:spMkLst>
            <pc:docMk/>
            <pc:sldMk cId="1459902023" sldId="261"/>
            <ac:spMk id="46" creationId="{A18FD81A-28AD-AD48-C7D7-4C29658C7C84}"/>
          </ac:spMkLst>
        </pc:spChg>
        <pc:picChg chg="mod">
          <ac:chgData name="Janka Bacso" userId="eb69b254fbf9f166" providerId="LiveId" clId="{C99429A0-5DEA-4652-8D15-29D6725D36C4}" dt="2022-12-08T09:24:16.683" v="2322" actId="1076"/>
          <ac:picMkLst>
            <pc:docMk/>
            <pc:sldMk cId="1459902023" sldId="261"/>
            <ac:picMk id="13" creationId="{DB78EC81-2EDB-F704-B628-0598708DF65E}"/>
          </ac:picMkLst>
        </pc:picChg>
      </pc:sldChg>
      <pc:sldChg chg="addSp delSp add del setBg delDesignElem">
        <pc:chgData name="Janka Bacso" userId="eb69b254fbf9f166" providerId="LiveId" clId="{C99429A0-5DEA-4652-8D15-29D6725D36C4}" dt="2022-12-08T08:44:52.323" v="2229"/>
        <pc:sldMkLst>
          <pc:docMk/>
          <pc:sldMk cId="3526273770" sldId="262"/>
        </pc:sldMkLst>
        <pc:spChg chg="add del">
          <ac:chgData name="Janka Bacso" userId="eb69b254fbf9f166" providerId="LiveId" clId="{C99429A0-5DEA-4652-8D15-29D6725D36C4}" dt="2022-12-08T08:44:52.323" v="2229"/>
          <ac:spMkLst>
            <pc:docMk/>
            <pc:sldMk cId="3526273770" sldId="262"/>
            <ac:spMk id="8" creationId="{1C582B07-D0F0-4B6B-A5D9-D2F192CB3A4E}"/>
          </ac:spMkLst>
        </pc:spChg>
        <pc:spChg chg="add del">
          <ac:chgData name="Janka Bacso" userId="eb69b254fbf9f166" providerId="LiveId" clId="{C99429A0-5DEA-4652-8D15-29D6725D36C4}" dt="2022-12-08T08:44:52.323" v="2229"/>
          <ac:spMkLst>
            <pc:docMk/>
            <pc:sldMk cId="3526273770" sldId="262"/>
            <ac:spMk id="10" creationId="{181CC2FD-F5D2-4415-8486-46858CC427A4}"/>
          </ac:spMkLst>
        </pc:spChg>
        <pc:spChg chg="add del">
          <ac:chgData name="Janka Bacso" userId="eb69b254fbf9f166" providerId="LiveId" clId="{C99429A0-5DEA-4652-8D15-29D6725D36C4}" dt="2022-12-08T08:44:52.323" v="2229"/>
          <ac:spMkLst>
            <pc:docMk/>
            <pc:sldMk cId="3526273770" sldId="262"/>
            <ac:spMk id="12" creationId="{DA1A4301-6FFC-4C82-A1FA-7634D8CAA8F5}"/>
          </ac:spMkLst>
        </pc:spChg>
        <pc:spChg chg="add del">
          <ac:chgData name="Janka Bacso" userId="eb69b254fbf9f166" providerId="LiveId" clId="{C99429A0-5DEA-4652-8D15-29D6725D36C4}" dt="2022-12-08T08:44:52.323" v="2229"/>
          <ac:spMkLst>
            <pc:docMk/>
            <pc:sldMk cId="3526273770" sldId="262"/>
            <ac:spMk id="14" creationId="{E1063619-981B-4E62-A26E-E345BB3080BA}"/>
          </ac:spMkLst>
        </pc:spChg>
        <pc:grpChg chg="add del">
          <ac:chgData name="Janka Bacso" userId="eb69b254fbf9f166" providerId="LiveId" clId="{C99429A0-5DEA-4652-8D15-29D6725D36C4}" dt="2022-12-08T08:44:52.323" v="2229"/>
          <ac:grpSpMkLst>
            <pc:docMk/>
            <pc:sldMk cId="3526273770" sldId="262"/>
            <ac:grpSpMk id="16" creationId="{8323DD1D-77DE-48B2-A0A0-6265801531E5}"/>
          </ac:grpSpMkLst>
        </pc:grpChg>
      </pc:sldChg>
      <pc:sldChg chg="modSp del mod ord">
        <pc:chgData name="Janka Bacso" userId="eb69b254fbf9f166" providerId="LiveId" clId="{C99429A0-5DEA-4652-8D15-29D6725D36C4}" dt="2022-12-08T08:44:35.867" v="2226" actId="2696"/>
        <pc:sldMkLst>
          <pc:docMk/>
          <pc:sldMk cId="3921530654" sldId="262"/>
        </pc:sldMkLst>
        <pc:spChg chg="mod">
          <ac:chgData name="Janka Bacso" userId="eb69b254fbf9f166" providerId="LiveId" clId="{C99429A0-5DEA-4652-8D15-29D6725D36C4}" dt="2022-12-08T02:24:11.526" v="1338" actId="20577"/>
          <ac:spMkLst>
            <pc:docMk/>
            <pc:sldMk cId="3921530654" sldId="262"/>
            <ac:spMk id="2" creationId="{DC10F799-C8C9-3BDD-5248-87EAF09F1F90}"/>
          </ac:spMkLst>
        </pc:spChg>
        <pc:spChg chg="mod">
          <ac:chgData name="Janka Bacso" userId="eb69b254fbf9f166" providerId="LiveId" clId="{C99429A0-5DEA-4652-8D15-29D6725D36C4}" dt="2022-12-08T08:44:31.949" v="2225" actId="21"/>
          <ac:spMkLst>
            <pc:docMk/>
            <pc:sldMk cId="3921530654" sldId="262"/>
            <ac:spMk id="3" creationId="{994B1098-46B7-BF40-5B10-C9E409C27E24}"/>
          </ac:spMkLst>
        </pc:spChg>
      </pc:sldChg>
      <pc:sldChg chg="modSp mod">
        <pc:chgData name="Janka Bacso" userId="eb69b254fbf9f166" providerId="LiveId" clId="{C99429A0-5DEA-4652-8D15-29D6725D36C4}" dt="2022-12-08T11:30:17.590" v="3194" actId="20577"/>
        <pc:sldMkLst>
          <pc:docMk/>
          <pc:sldMk cId="4101762853" sldId="264"/>
        </pc:sldMkLst>
        <pc:spChg chg="mod">
          <ac:chgData name="Janka Bacso" userId="eb69b254fbf9f166" providerId="LiveId" clId="{C99429A0-5DEA-4652-8D15-29D6725D36C4}" dt="2022-12-08T11:30:17.590" v="3194" actId="20577"/>
          <ac:spMkLst>
            <pc:docMk/>
            <pc:sldMk cId="4101762853" sldId="264"/>
            <ac:spMk id="9" creationId="{C8FBAE82-4A5E-11EE-7853-2D1597D7223F}"/>
          </ac:spMkLst>
        </pc:spChg>
      </pc:sldChg>
      <pc:sldChg chg="addSp delSp modSp mod">
        <pc:chgData name="Janka Bacso" userId="eb69b254fbf9f166" providerId="LiveId" clId="{C99429A0-5DEA-4652-8D15-29D6725D36C4}" dt="2022-12-08T11:29:49.446" v="3178" actId="20577"/>
        <pc:sldMkLst>
          <pc:docMk/>
          <pc:sldMk cId="3433327385" sldId="265"/>
        </pc:sldMkLst>
        <pc:spChg chg="mod">
          <ac:chgData name="Janka Bacso" userId="eb69b254fbf9f166" providerId="LiveId" clId="{C99429A0-5DEA-4652-8D15-29D6725D36C4}" dt="2022-12-08T02:18:55.893" v="1024" actId="1076"/>
          <ac:spMkLst>
            <pc:docMk/>
            <pc:sldMk cId="3433327385" sldId="265"/>
            <ac:spMk id="2" creationId="{50AA50F5-6216-4E32-3101-EFE5106E094D}"/>
          </ac:spMkLst>
        </pc:spChg>
        <pc:spChg chg="add del mod">
          <ac:chgData name="Janka Bacso" userId="eb69b254fbf9f166" providerId="LiveId" clId="{C99429A0-5DEA-4652-8D15-29D6725D36C4}" dt="2022-12-08T02:13:30.702" v="708"/>
          <ac:spMkLst>
            <pc:docMk/>
            <pc:sldMk cId="3433327385" sldId="265"/>
            <ac:spMk id="6" creationId="{1E49F882-081E-FEBC-06C5-C92AA3402258}"/>
          </ac:spMkLst>
        </pc:spChg>
        <pc:spChg chg="mod">
          <ac:chgData name="Janka Bacso" userId="eb69b254fbf9f166" providerId="LiveId" clId="{C99429A0-5DEA-4652-8D15-29D6725D36C4}" dt="2022-12-08T11:29:49.446" v="3178" actId="20577"/>
          <ac:spMkLst>
            <pc:docMk/>
            <pc:sldMk cId="3433327385" sldId="265"/>
            <ac:spMk id="9" creationId="{B61058A4-49E4-4A26-769F-77F6553E46A5}"/>
          </ac:spMkLst>
        </pc:spChg>
        <pc:spChg chg="add mod">
          <ac:chgData name="Janka Bacso" userId="eb69b254fbf9f166" providerId="LiveId" clId="{C99429A0-5DEA-4652-8D15-29D6725D36C4}" dt="2022-12-08T02:22:25.785" v="1245" actId="20577"/>
          <ac:spMkLst>
            <pc:docMk/>
            <pc:sldMk cId="3433327385" sldId="265"/>
            <ac:spMk id="13" creationId="{0CCC8F73-DE0A-E396-25F9-9752547CBF82}"/>
          </ac:spMkLst>
        </pc:spChg>
        <pc:picChg chg="mod">
          <ac:chgData name="Janka Bacso" userId="eb69b254fbf9f166" providerId="LiveId" clId="{C99429A0-5DEA-4652-8D15-29D6725D36C4}" dt="2022-12-08T02:13:44.861" v="715" actId="1076"/>
          <ac:picMkLst>
            <pc:docMk/>
            <pc:sldMk cId="3433327385" sldId="265"/>
            <ac:picMk id="5" creationId="{1BBE6F1F-3F81-8AB5-FC30-0D6E494862D0}"/>
          </ac:picMkLst>
        </pc:picChg>
        <pc:picChg chg="add mod">
          <ac:chgData name="Janka Bacso" userId="eb69b254fbf9f166" providerId="LiveId" clId="{C99429A0-5DEA-4652-8D15-29D6725D36C4}" dt="2022-12-08T11:29:02.838" v="3163" actId="1076"/>
          <ac:picMkLst>
            <pc:docMk/>
            <pc:sldMk cId="3433327385" sldId="265"/>
            <ac:picMk id="11" creationId="{41550517-46CC-3C39-BC48-9EB7D55164FE}"/>
          </ac:picMkLst>
        </pc:picChg>
      </pc:sldChg>
      <pc:sldChg chg="modSp add mod">
        <pc:chgData name="Janka Bacso" userId="eb69b254fbf9f166" providerId="LiveId" clId="{C99429A0-5DEA-4652-8D15-29D6725D36C4}" dt="2022-12-08T11:29:30.146" v="3172" actId="20577"/>
        <pc:sldMkLst>
          <pc:docMk/>
          <pc:sldMk cId="3797292178" sldId="266"/>
        </pc:sldMkLst>
        <pc:spChg chg="mod">
          <ac:chgData name="Janka Bacso" userId="eb69b254fbf9f166" providerId="LiveId" clId="{C99429A0-5DEA-4652-8D15-29D6725D36C4}" dt="2022-12-08T02:34:17.928" v="1720" actId="20577"/>
          <ac:spMkLst>
            <pc:docMk/>
            <pc:sldMk cId="3797292178" sldId="266"/>
            <ac:spMk id="2" creationId="{DC10F799-C8C9-3BDD-5248-87EAF09F1F90}"/>
          </ac:spMkLst>
        </pc:spChg>
        <pc:spChg chg="mod">
          <ac:chgData name="Janka Bacso" userId="eb69b254fbf9f166" providerId="LiveId" clId="{C99429A0-5DEA-4652-8D15-29D6725D36C4}" dt="2022-12-08T11:27:16.336" v="3146" actId="115"/>
          <ac:spMkLst>
            <pc:docMk/>
            <pc:sldMk cId="3797292178" sldId="266"/>
            <ac:spMk id="3" creationId="{994B1098-46B7-BF40-5B10-C9E409C27E24}"/>
          </ac:spMkLst>
        </pc:spChg>
        <pc:spChg chg="mod">
          <ac:chgData name="Janka Bacso" userId="eb69b254fbf9f166" providerId="LiveId" clId="{C99429A0-5DEA-4652-8D15-29D6725D36C4}" dt="2022-12-08T11:29:30.146" v="3172" actId="20577"/>
          <ac:spMkLst>
            <pc:docMk/>
            <pc:sldMk cId="3797292178" sldId="266"/>
            <ac:spMk id="9" creationId="{DF2888FC-161B-AEE5-BACE-BC29F25FC5FE}"/>
          </ac:spMkLst>
        </pc:spChg>
      </pc:sldChg>
      <pc:sldChg chg="new del">
        <pc:chgData name="Janka Bacso" userId="eb69b254fbf9f166" providerId="LiveId" clId="{C99429A0-5DEA-4652-8D15-29D6725D36C4}" dt="2022-12-08T02:23:01.705" v="1247" actId="47"/>
        <pc:sldMkLst>
          <pc:docMk/>
          <pc:sldMk cId="3910039235" sldId="266"/>
        </pc:sldMkLst>
      </pc:sldChg>
      <pc:sldChg chg="addSp modSp new del mod setBg">
        <pc:chgData name="Janka Bacso" userId="eb69b254fbf9f166" providerId="LiveId" clId="{C99429A0-5DEA-4652-8D15-29D6725D36C4}" dt="2022-12-08T11:16:40.721" v="2422" actId="2696"/>
        <pc:sldMkLst>
          <pc:docMk/>
          <pc:sldMk cId="2485659591" sldId="267"/>
        </pc:sldMkLst>
        <pc:spChg chg="mod">
          <ac:chgData name="Janka Bacso" userId="eb69b254fbf9f166" providerId="LiveId" clId="{C99429A0-5DEA-4652-8D15-29D6725D36C4}" dt="2022-12-08T09:02:23.703" v="2260" actId="14100"/>
          <ac:spMkLst>
            <pc:docMk/>
            <pc:sldMk cId="2485659591" sldId="267"/>
            <ac:spMk id="2" creationId="{05F96BB9-F1A5-B781-EEEC-ACBD02639023}"/>
          </ac:spMkLst>
        </pc:spChg>
        <pc:spChg chg="mod">
          <ac:chgData name="Janka Bacso" userId="eb69b254fbf9f166" providerId="LiveId" clId="{C99429A0-5DEA-4652-8D15-29D6725D36C4}" dt="2022-12-08T11:16:35.367" v="2421" actId="20577"/>
          <ac:spMkLst>
            <pc:docMk/>
            <pc:sldMk cId="2485659591" sldId="267"/>
            <ac:spMk id="3" creationId="{B9A7F5C6-9CAD-0925-191B-F24F0AAC2A39}"/>
          </ac:spMkLst>
        </pc:spChg>
        <pc:spChg chg="mod">
          <ac:chgData name="Janka Bacso" userId="eb69b254fbf9f166" providerId="LiveId" clId="{C99429A0-5DEA-4652-8D15-29D6725D36C4}" dt="2022-12-08T09:02:15.057" v="2252" actId="26606"/>
          <ac:spMkLst>
            <pc:docMk/>
            <pc:sldMk cId="2485659591" sldId="267"/>
            <ac:spMk id="4" creationId="{38D854FF-8A04-1405-8736-25EAB3DF1393}"/>
          </ac:spMkLst>
        </pc:spChg>
        <pc:spChg chg="add">
          <ac:chgData name="Janka Bacso" userId="eb69b254fbf9f166" providerId="LiveId" clId="{C99429A0-5DEA-4652-8D15-29D6725D36C4}" dt="2022-12-08T09:02:15.057" v="2252" actId="26606"/>
          <ac:spMkLst>
            <pc:docMk/>
            <pc:sldMk cId="2485659591" sldId="267"/>
            <ac:spMk id="9" creationId="{1C582B07-D0F0-4B6B-A5D9-D2F192CB3A4E}"/>
          </ac:spMkLst>
        </pc:spChg>
        <pc:spChg chg="add">
          <ac:chgData name="Janka Bacso" userId="eb69b254fbf9f166" providerId="LiveId" clId="{C99429A0-5DEA-4652-8D15-29D6725D36C4}" dt="2022-12-08T09:02:15.057" v="2252" actId="26606"/>
          <ac:spMkLst>
            <pc:docMk/>
            <pc:sldMk cId="2485659591" sldId="267"/>
            <ac:spMk id="11" creationId="{181CC2FD-F5D2-4415-8486-46858CC427A4}"/>
          </ac:spMkLst>
        </pc:spChg>
        <pc:spChg chg="add">
          <ac:chgData name="Janka Bacso" userId="eb69b254fbf9f166" providerId="LiveId" clId="{C99429A0-5DEA-4652-8D15-29D6725D36C4}" dt="2022-12-08T09:02:15.057" v="2252" actId="26606"/>
          <ac:spMkLst>
            <pc:docMk/>
            <pc:sldMk cId="2485659591" sldId="267"/>
            <ac:spMk id="13" creationId="{DA1A4301-6FFC-4C82-A1FA-7634D8CAA8F5}"/>
          </ac:spMkLst>
        </pc:spChg>
        <pc:spChg chg="add">
          <ac:chgData name="Janka Bacso" userId="eb69b254fbf9f166" providerId="LiveId" clId="{C99429A0-5DEA-4652-8D15-29D6725D36C4}" dt="2022-12-08T09:02:15.057" v="2252" actId="26606"/>
          <ac:spMkLst>
            <pc:docMk/>
            <pc:sldMk cId="2485659591" sldId="267"/>
            <ac:spMk id="15" creationId="{E1063619-981B-4E62-A26E-E345BB3080BA}"/>
          </ac:spMkLst>
        </pc:spChg>
        <pc:grpChg chg="add">
          <ac:chgData name="Janka Bacso" userId="eb69b254fbf9f166" providerId="LiveId" clId="{C99429A0-5DEA-4652-8D15-29D6725D36C4}" dt="2022-12-08T09:02:15.057" v="2252" actId="26606"/>
          <ac:grpSpMkLst>
            <pc:docMk/>
            <pc:sldMk cId="2485659591" sldId="267"/>
            <ac:grpSpMk id="17" creationId="{8323DD1D-77DE-48B2-A0A0-6265801531E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48138-EF8C-4605-A934-9EEA339712B4}" type="datetimeFigureOut">
              <a:rPr lang="hu-HU" smtClean="0"/>
              <a:t>2022. 12. 07.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2C9FD-095E-4684-B70D-D81679D887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4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2C9FD-095E-4684-B70D-D81679D88760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443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2C9FD-095E-4684-B70D-D81679D88760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720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4D51-91DA-442F-85B6-3E498ECA14AC}" type="datetime1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6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CD38-7F3E-46C9-AD23-D697C3849700}" type="datetime1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9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9A6EA-420D-4085-9B4C-82311E7E5D90}" type="datetime1">
              <a:rPr lang="en-US" smtClean="0"/>
              <a:t>12/7/2022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1208-AC71-46FB-A166-1E423D620760}" type="datetime1">
              <a:rPr lang="en-US" smtClean="0"/>
              <a:t>12/7/2022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0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23AC-CFDB-4C67-8C13-1E6C9819D6F9}" type="datetime1">
              <a:rPr lang="en-US" smtClean="0"/>
              <a:t>12/7/2022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0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9652-BAF0-4550-AF13-F796767D929D}" type="datetime1">
              <a:rPr lang="en-US" smtClean="0"/>
              <a:t>12/7/2022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2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CDFD0-F697-41F7-9083-B2C607D0C0A5}" type="datetime1">
              <a:rPr lang="en-US" smtClean="0"/>
              <a:t>12/7/2022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ED6E8-A35D-4642-A67E-C385FF898835}" type="datetime1">
              <a:rPr lang="en-US" smtClean="0"/>
              <a:t>12/7/2022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F4D-966B-4370-A71F-B27EE6F84FF3}" type="datetime1">
              <a:rPr lang="en-US" smtClean="0"/>
              <a:t>12/7/2022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02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1DDA3-7A47-4054-AE75-76C73CB74165}" type="datetime1">
              <a:rPr lang="en-US" smtClean="0"/>
              <a:t>12/7/2022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8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C7BF68B5-F7BE-4004-BFA1-DE0622F73E1B}" type="datetime1">
              <a:rPr lang="en-US" smtClean="0"/>
              <a:t>12/7/2022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0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BAEBAB9E-BB5A-4551-86BD-C1869C9F8819}" type="datetime1">
              <a:rPr lang="en-US" smtClean="0"/>
              <a:t>12/7/2022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84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Document 25">
            <a:extLst>
              <a:ext uri="{FF2B5EF4-FFF2-40B4-BE49-F238E27FC236}">
                <a16:creationId xmlns:a16="http://schemas.microsoft.com/office/drawing/2014/main" id="{B6DE7CCF-F894-44DD-9FA3-8BD0D5CE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9901" y="1485903"/>
            <a:ext cx="6858000" cy="3886199"/>
          </a:xfrm>
          <a:prstGeom prst="flowChartDocumen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63A944F4-406B-A7B0-5465-6F77126A8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5414255" cy="2784496"/>
          </a:xfrm>
        </p:spPr>
        <p:txBody>
          <a:bodyPr>
            <a:normAutofit/>
          </a:bodyPr>
          <a:lstStyle/>
          <a:p>
            <a:pPr algn="l"/>
            <a:r>
              <a:rPr lang="hu-HU">
                <a:solidFill>
                  <a:schemeClr val="tx2"/>
                </a:solidFill>
              </a:rPr>
              <a:t>AlexNet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EB24BF2-335E-C4D6-5BA0-90B90B6B2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3602038"/>
            <a:ext cx="5414255" cy="1560594"/>
          </a:xfrm>
        </p:spPr>
        <p:txBody>
          <a:bodyPr>
            <a:normAutofit/>
          </a:bodyPr>
          <a:lstStyle/>
          <a:p>
            <a:pPr algn="l"/>
            <a:r>
              <a:rPr lang="hu-HU" dirty="0">
                <a:solidFill>
                  <a:schemeClr val="tx2"/>
                </a:solidFill>
              </a:rPr>
              <a:t>Bacsó Janka (A6VVDJ)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D3989-0862-FD9B-3118-75F4A377FD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512" b="4238"/>
          <a:stretch/>
        </p:blipFill>
        <p:spPr>
          <a:xfrm>
            <a:off x="6189158" y="2081475"/>
            <a:ext cx="4997188" cy="2810918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347303F1-BC21-B8F9-4B52-8BCCCA7E6C82}"/>
              </a:ext>
            </a:extLst>
          </p:cNvPr>
          <p:cNvSpPr txBox="1"/>
          <p:nvPr/>
        </p:nvSpPr>
        <p:spPr>
          <a:xfrm>
            <a:off x="414617" y="6276020"/>
            <a:ext cx="151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2022.12.08.</a:t>
            </a:r>
          </a:p>
        </p:txBody>
      </p:sp>
      <p:sp>
        <p:nvSpPr>
          <p:cNvPr id="12" name="Dia számának helye 11">
            <a:extLst>
              <a:ext uri="{FF2B5EF4-FFF2-40B4-BE49-F238E27FC236}">
                <a16:creationId xmlns:a16="http://schemas.microsoft.com/office/drawing/2014/main" id="{F04E6C8A-56D5-4320-8D70-E420DC2A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1/9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860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C2FD-F5D2-4415-8486-46858CC42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063619-981B-4E62-A26E-E345BB3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90211" y="0"/>
            <a:ext cx="4039677" cy="1269438"/>
          </a:xfrm>
          <a:custGeom>
            <a:avLst/>
            <a:gdLst>
              <a:gd name="connsiteX0" fmla="*/ 2019838 w 4039677"/>
              <a:gd name="connsiteY0" fmla="*/ 0 h 1269438"/>
              <a:gd name="connsiteX1" fmla="*/ 3994238 w 4039677"/>
              <a:gd name="connsiteY1" fmla="*/ 1175114 h 1269438"/>
              <a:gd name="connsiteX2" fmla="*/ 4039677 w 4039677"/>
              <a:gd name="connsiteY2" fmla="*/ 1269438 h 1269438"/>
              <a:gd name="connsiteX3" fmla="*/ 3004689 w 4039677"/>
              <a:gd name="connsiteY3" fmla="*/ 1269438 h 1269438"/>
              <a:gd name="connsiteX4" fmla="*/ 3000461 w 4039677"/>
              <a:gd name="connsiteY4" fmla="*/ 1264787 h 1269438"/>
              <a:gd name="connsiteX5" fmla="*/ 2019838 w 4039677"/>
              <a:gd name="connsiteY5" fmla="*/ 858599 h 1269438"/>
              <a:gd name="connsiteX6" fmla="*/ 1039216 w 4039677"/>
              <a:gd name="connsiteY6" fmla="*/ 1264787 h 1269438"/>
              <a:gd name="connsiteX7" fmla="*/ 1034988 w 4039677"/>
              <a:gd name="connsiteY7" fmla="*/ 1269438 h 1269438"/>
              <a:gd name="connsiteX8" fmla="*/ 0 w 4039677"/>
              <a:gd name="connsiteY8" fmla="*/ 1269438 h 1269438"/>
              <a:gd name="connsiteX9" fmla="*/ 45438 w 4039677"/>
              <a:gd name="connsiteY9" fmla="*/ 1175114 h 1269438"/>
              <a:gd name="connsiteX10" fmla="*/ 2019838 w 4039677"/>
              <a:gd name="connsiteY10" fmla="*/ 0 h 126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39677" h="1269438">
                <a:moveTo>
                  <a:pt x="2019838" y="0"/>
                </a:moveTo>
                <a:cubicBezTo>
                  <a:pt x="2872410" y="0"/>
                  <a:pt x="3614002" y="475164"/>
                  <a:pt x="3994238" y="1175114"/>
                </a:cubicBezTo>
                <a:lnTo>
                  <a:pt x="4039677" y="1269438"/>
                </a:lnTo>
                <a:lnTo>
                  <a:pt x="3004689" y="1269438"/>
                </a:lnTo>
                <a:lnTo>
                  <a:pt x="3000461" y="1264787"/>
                </a:lnTo>
                <a:cubicBezTo>
                  <a:pt x="2749498" y="1013823"/>
                  <a:pt x="2402795" y="858599"/>
                  <a:pt x="2019838" y="858599"/>
                </a:cubicBezTo>
                <a:cubicBezTo>
                  <a:pt x="1636881" y="858599"/>
                  <a:pt x="1290179" y="1013823"/>
                  <a:pt x="1039216" y="1264787"/>
                </a:cubicBezTo>
                <a:lnTo>
                  <a:pt x="1034988" y="1269438"/>
                </a:lnTo>
                <a:lnTo>
                  <a:pt x="0" y="1269438"/>
                </a:lnTo>
                <a:lnTo>
                  <a:pt x="45438" y="1175114"/>
                </a:lnTo>
                <a:cubicBezTo>
                  <a:pt x="425674" y="475164"/>
                  <a:pt x="1167266" y="0"/>
                  <a:pt x="201983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227DA92F-939E-57DA-82E5-7F739F74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907"/>
            <a:ext cx="4940847" cy="708808"/>
          </a:xfrm>
        </p:spPr>
        <p:txBody>
          <a:bodyPr anchor="b">
            <a:normAutofit/>
          </a:bodyPr>
          <a:lstStyle/>
          <a:p>
            <a:r>
              <a:rPr lang="hu-HU" dirty="0" err="1">
                <a:solidFill>
                  <a:schemeClr val="tx2"/>
                </a:solidFill>
              </a:rPr>
              <a:t>What</a:t>
            </a:r>
            <a:r>
              <a:rPr lang="hu-HU" dirty="0">
                <a:solidFill>
                  <a:schemeClr val="tx2"/>
                </a:solidFill>
              </a:rPr>
              <a:t> is </a:t>
            </a:r>
            <a:r>
              <a:rPr lang="hu-HU" dirty="0" err="1">
                <a:solidFill>
                  <a:schemeClr val="tx2"/>
                </a:solidFill>
              </a:rPr>
              <a:t>AlexNet</a:t>
            </a:r>
            <a:r>
              <a:rPr lang="hu-HU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A29EB8-4817-3FB9-1D17-FA8E4194E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770" y="1671572"/>
            <a:ext cx="10641047" cy="4687572"/>
          </a:xfrm>
        </p:spPr>
        <p:txBody>
          <a:bodyPr anchor="t">
            <a:normAutofit/>
          </a:bodyPr>
          <a:lstStyle/>
          <a:p>
            <a:r>
              <a:rPr lang="hu-HU" sz="1800" dirty="0">
                <a:solidFill>
                  <a:schemeClr val="tx2"/>
                </a:solidFill>
              </a:rPr>
              <a:t>2012-ben publikálta : Alex </a:t>
            </a:r>
            <a:r>
              <a:rPr lang="hu-HU" sz="1800" dirty="0" err="1">
                <a:solidFill>
                  <a:schemeClr val="tx2"/>
                </a:solidFill>
              </a:rPr>
              <a:t>Krizhevsky</a:t>
            </a:r>
            <a:r>
              <a:rPr lang="hu-HU" sz="1800" dirty="0">
                <a:solidFill>
                  <a:schemeClr val="tx2"/>
                </a:solidFill>
              </a:rPr>
              <a:t>, </a:t>
            </a:r>
            <a:r>
              <a:rPr lang="hu-HU" sz="1800" dirty="0" err="1">
                <a:solidFill>
                  <a:schemeClr val="tx2"/>
                </a:solidFill>
              </a:rPr>
              <a:t>Ilya</a:t>
            </a:r>
            <a:r>
              <a:rPr lang="hu-HU" sz="1800" dirty="0">
                <a:solidFill>
                  <a:schemeClr val="tx2"/>
                </a:solidFill>
              </a:rPr>
              <a:t> </a:t>
            </a:r>
            <a:r>
              <a:rPr lang="hu-HU" sz="1800" dirty="0" err="1">
                <a:solidFill>
                  <a:schemeClr val="tx2"/>
                </a:solidFill>
              </a:rPr>
              <a:t>Sutskever</a:t>
            </a:r>
            <a:r>
              <a:rPr lang="hu-HU" sz="1800" dirty="0">
                <a:solidFill>
                  <a:schemeClr val="tx2"/>
                </a:solidFill>
              </a:rPr>
              <a:t>, </a:t>
            </a:r>
            <a:r>
              <a:rPr lang="hu-HU" sz="1800" dirty="0" err="1">
                <a:solidFill>
                  <a:schemeClr val="tx2"/>
                </a:solidFill>
              </a:rPr>
              <a:t>Ilya</a:t>
            </a:r>
            <a:r>
              <a:rPr lang="hu-HU" sz="1800" dirty="0">
                <a:solidFill>
                  <a:schemeClr val="tx2"/>
                </a:solidFill>
              </a:rPr>
              <a:t> </a:t>
            </a:r>
            <a:r>
              <a:rPr lang="hu-HU" sz="1800" dirty="0" err="1">
                <a:solidFill>
                  <a:schemeClr val="tx2"/>
                </a:solidFill>
              </a:rPr>
              <a:t>Sutskever</a:t>
            </a:r>
            <a:endParaRPr lang="hu-HU" sz="1800" dirty="0">
              <a:solidFill>
                <a:schemeClr val="tx2"/>
              </a:solidFill>
            </a:endParaRPr>
          </a:p>
          <a:p>
            <a:r>
              <a:rPr lang="hu-HU" sz="1800" dirty="0">
                <a:solidFill>
                  <a:schemeClr val="tx2"/>
                </a:solidFill>
              </a:rPr>
              <a:t>ILSVRC-2012 versenyen </a:t>
            </a:r>
            <a:r>
              <a:rPr lang="hu-HU" sz="1800" dirty="0" err="1">
                <a:solidFill>
                  <a:schemeClr val="tx2"/>
                </a:solidFill>
              </a:rPr>
              <a:t>részvet</a:t>
            </a:r>
            <a:r>
              <a:rPr lang="hu-HU" sz="1800" dirty="0">
                <a:solidFill>
                  <a:schemeClr val="tx2"/>
                </a:solidFill>
              </a:rPr>
              <a:t> (top-5 </a:t>
            </a:r>
            <a:r>
              <a:rPr lang="hu-HU" sz="1800" dirty="0" err="1">
                <a:solidFill>
                  <a:schemeClr val="tx2"/>
                </a:solidFill>
              </a:rPr>
              <a:t>error</a:t>
            </a:r>
            <a:r>
              <a:rPr lang="hu-HU" sz="1800" dirty="0">
                <a:solidFill>
                  <a:schemeClr val="tx2"/>
                </a:solidFill>
              </a:rPr>
              <a:t> of 15.3%)</a:t>
            </a:r>
          </a:p>
          <a:p>
            <a:r>
              <a:rPr lang="hu-HU" sz="1800" dirty="0">
                <a:solidFill>
                  <a:schemeClr val="tx2"/>
                </a:solidFill>
              </a:rPr>
              <a:t>Olyan architektúrát akartak, ami nagy mennyiségű adattal elbánik (GPU)</a:t>
            </a:r>
          </a:p>
          <a:p>
            <a:r>
              <a:rPr lang="hu-HU" sz="1800" dirty="0" err="1">
                <a:solidFill>
                  <a:schemeClr val="tx2"/>
                </a:solidFill>
              </a:rPr>
              <a:t>ImageNet</a:t>
            </a:r>
            <a:r>
              <a:rPr lang="hu-HU" sz="1800" dirty="0">
                <a:solidFill>
                  <a:schemeClr val="tx2"/>
                </a:solidFill>
              </a:rPr>
              <a:t> nevű </a:t>
            </a:r>
            <a:r>
              <a:rPr lang="hu-HU" sz="1800" dirty="0" err="1">
                <a:solidFill>
                  <a:schemeClr val="tx2"/>
                </a:solidFill>
              </a:rPr>
              <a:t>datasetten</a:t>
            </a:r>
            <a:r>
              <a:rPr lang="hu-HU" sz="1800" dirty="0">
                <a:solidFill>
                  <a:schemeClr val="tx2"/>
                </a:solidFill>
              </a:rPr>
              <a:t> lett tesztelve/kitalálva </a:t>
            </a:r>
            <a:endParaRPr lang="hu-HU" sz="12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hu-HU" sz="1800" dirty="0">
                <a:solidFill>
                  <a:schemeClr val="tx2"/>
                </a:solidFill>
              </a:rPr>
              <a:t>Hasznos és pontos, miközben csak 8 + 3 </a:t>
            </a:r>
            <a:r>
              <a:rPr lang="hu-HU" sz="1800" dirty="0" err="1">
                <a:solidFill>
                  <a:schemeClr val="tx2"/>
                </a:solidFill>
              </a:rPr>
              <a:t>rétege</a:t>
            </a:r>
            <a:r>
              <a:rPr lang="hu-HU" sz="1800" dirty="0">
                <a:solidFill>
                  <a:schemeClr val="tx2"/>
                </a:solidFill>
              </a:rPr>
              <a:t> van</a:t>
            </a:r>
          </a:p>
          <a:p>
            <a:r>
              <a:rPr lang="hu-HU" sz="1800" dirty="0">
                <a:solidFill>
                  <a:schemeClr val="tx2"/>
                </a:solidFill>
              </a:rPr>
              <a:t>A túltanulást próbálja lekezelni a lehető legjobban</a:t>
            </a:r>
          </a:p>
          <a:p>
            <a:endParaRPr lang="hu-HU" sz="1800" dirty="0">
              <a:solidFill>
                <a:schemeClr val="tx2"/>
              </a:solidFill>
            </a:endParaRPr>
          </a:p>
          <a:p>
            <a:endParaRPr lang="hu-HU" sz="1800" dirty="0">
              <a:solidFill>
                <a:schemeClr val="tx2"/>
              </a:solidFill>
            </a:endParaRPr>
          </a:p>
          <a:p>
            <a:r>
              <a:rPr lang="hu-HU" sz="1800" dirty="0">
                <a:solidFill>
                  <a:schemeClr val="tx2"/>
                </a:solidFill>
              </a:rPr>
              <a:t>Persze ez 2012-ben volt, azóta sok újabb és jobb megoldás jött ki, de az </a:t>
            </a:r>
            <a:r>
              <a:rPr lang="hu-HU" sz="1800" dirty="0" err="1">
                <a:solidFill>
                  <a:schemeClr val="tx2"/>
                </a:solidFill>
              </a:rPr>
              <a:t>AlexNet</a:t>
            </a:r>
            <a:r>
              <a:rPr lang="hu-HU" sz="1800" dirty="0">
                <a:solidFill>
                  <a:schemeClr val="tx2"/>
                </a:solidFill>
              </a:rPr>
              <a:t> egy mérföldkőnek számított a CNN architektúrák fejlődésében.</a:t>
            </a:r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B290614-7E69-6B92-2AFD-24B24D01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2/9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55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C2FD-F5D2-4415-8486-46858CC42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063619-981B-4E62-A26E-E345BB3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90211" y="0"/>
            <a:ext cx="4039677" cy="1269438"/>
          </a:xfrm>
          <a:custGeom>
            <a:avLst/>
            <a:gdLst>
              <a:gd name="connsiteX0" fmla="*/ 2019838 w 4039677"/>
              <a:gd name="connsiteY0" fmla="*/ 0 h 1269438"/>
              <a:gd name="connsiteX1" fmla="*/ 3994238 w 4039677"/>
              <a:gd name="connsiteY1" fmla="*/ 1175114 h 1269438"/>
              <a:gd name="connsiteX2" fmla="*/ 4039677 w 4039677"/>
              <a:gd name="connsiteY2" fmla="*/ 1269438 h 1269438"/>
              <a:gd name="connsiteX3" fmla="*/ 3004689 w 4039677"/>
              <a:gd name="connsiteY3" fmla="*/ 1269438 h 1269438"/>
              <a:gd name="connsiteX4" fmla="*/ 3000461 w 4039677"/>
              <a:gd name="connsiteY4" fmla="*/ 1264787 h 1269438"/>
              <a:gd name="connsiteX5" fmla="*/ 2019838 w 4039677"/>
              <a:gd name="connsiteY5" fmla="*/ 858599 h 1269438"/>
              <a:gd name="connsiteX6" fmla="*/ 1039216 w 4039677"/>
              <a:gd name="connsiteY6" fmla="*/ 1264787 h 1269438"/>
              <a:gd name="connsiteX7" fmla="*/ 1034988 w 4039677"/>
              <a:gd name="connsiteY7" fmla="*/ 1269438 h 1269438"/>
              <a:gd name="connsiteX8" fmla="*/ 0 w 4039677"/>
              <a:gd name="connsiteY8" fmla="*/ 1269438 h 1269438"/>
              <a:gd name="connsiteX9" fmla="*/ 45438 w 4039677"/>
              <a:gd name="connsiteY9" fmla="*/ 1175114 h 1269438"/>
              <a:gd name="connsiteX10" fmla="*/ 2019838 w 4039677"/>
              <a:gd name="connsiteY10" fmla="*/ 0 h 126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39677" h="1269438">
                <a:moveTo>
                  <a:pt x="2019838" y="0"/>
                </a:moveTo>
                <a:cubicBezTo>
                  <a:pt x="2872410" y="0"/>
                  <a:pt x="3614002" y="475164"/>
                  <a:pt x="3994238" y="1175114"/>
                </a:cubicBezTo>
                <a:lnTo>
                  <a:pt x="4039677" y="1269438"/>
                </a:lnTo>
                <a:lnTo>
                  <a:pt x="3004689" y="1269438"/>
                </a:lnTo>
                <a:lnTo>
                  <a:pt x="3000461" y="1264787"/>
                </a:lnTo>
                <a:cubicBezTo>
                  <a:pt x="2749498" y="1013823"/>
                  <a:pt x="2402795" y="858599"/>
                  <a:pt x="2019838" y="858599"/>
                </a:cubicBezTo>
                <a:cubicBezTo>
                  <a:pt x="1636881" y="858599"/>
                  <a:pt x="1290179" y="1013823"/>
                  <a:pt x="1039216" y="1264787"/>
                </a:cubicBezTo>
                <a:lnTo>
                  <a:pt x="1034988" y="1269438"/>
                </a:lnTo>
                <a:lnTo>
                  <a:pt x="0" y="1269438"/>
                </a:lnTo>
                <a:lnTo>
                  <a:pt x="45438" y="1175114"/>
                </a:lnTo>
                <a:cubicBezTo>
                  <a:pt x="425674" y="475164"/>
                  <a:pt x="1167266" y="0"/>
                  <a:pt x="201983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DC10F799-C8C9-3BDD-5248-87EAF09F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907"/>
            <a:ext cx="10754527" cy="867672"/>
          </a:xfrm>
        </p:spPr>
        <p:txBody>
          <a:bodyPr anchor="b">
            <a:normAutofit/>
          </a:bodyPr>
          <a:lstStyle/>
          <a:p>
            <a:r>
              <a:rPr lang="hu-HU" dirty="0" err="1">
                <a:solidFill>
                  <a:schemeClr val="tx2"/>
                </a:solidFill>
              </a:rPr>
              <a:t>AlexNet</a:t>
            </a:r>
            <a:r>
              <a:rPr lang="hu-HU" dirty="0">
                <a:solidFill>
                  <a:schemeClr val="tx2"/>
                </a:solidFill>
              </a:rPr>
              <a:t> és a túltanulás (overfitting)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4B1098-46B7-BF40-5B10-C9E409C27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80" y="1854333"/>
            <a:ext cx="10754526" cy="4660233"/>
          </a:xfrm>
        </p:spPr>
        <p:txBody>
          <a:bodyPr anchor="t">
            <a:normAutofit/>
          </a:bodyPr>
          <a:lstStyle/>
          <a:p>
            <a:r>
              <a:rPr lang="hu-HU" sz="1800" dirty="0">
                <a:solidFill>
                  <a:schemeClr val="tx2"/>
                </a:solidFill>
              </a:rPr>
              <a:t>Max </a:t>
            </a:r>
            <a:r>
              <a:rPr lang="hu-HU" sz="1800" dirty="0" err="1">
                <a:solidFill>
                  <a:schemeClr val="tx2"/>
                </a:solidFill>
              </a:rPr>
              <a:t>Pooling</a:t>
            </a:r>
            <a:endParaRPr lang="hu-HU" sz="1800" dirty="0">
              <a:solidFill>
                <a:schemeClr val="tx2"/>
              </a:solidFill>
            </a:endParaRPr>
          </a:p>
          <a:p>
            <a:pPr lvl="1"/>
            <a:r>
              <a:rPr lang="hu-HU" sz="1400" dirty="0">
                <a:solidFill>
                  <a:schemeClr val="tx2"/>
                </a:solidFill>
              </a:rPr>
              <a:t>Overlapping verziót alkalmazzunk, ami enyhén de segít az túltanulás elkerülésében</a:t>
            </a:r>
          </a:p>
          <a:p>
            <a:r>
              <a:rPr lang="hu-HU" sz="1800" dirty="0" err="1">
                <a:solidFill>
                  <a:schemeClr val="tx2"/>
                </a:solidFill>
              </a:rPr>
              <a:t>Dropout</a:t>
            </a:r>
            <a:endParaRPr lang="hu-HU" sz="1800" dirty="0">
              <a:solidFill>
                <a:schemeClr val="tx2"/>
              </a:solidFill>
            </a:endParaRPr>
          </a:p>
          <a:p>
            <a:pPr lvl="1"/>
            <a:r>
              <a:rPr lang="hu-HU" sz="1400" dirty="0">
                <a:solidFill>
                  <a:schemeClr val="tx2"/>
                </a:solidFill>
              </a:rPr>
              <a:t>Néhány neuron értéke random döntés alapján 0-ra </a:t>
            </a:r>
            <a:r>
              <a:rPr lang="hu-HU" sz="1400" dirty="0" err="1">
                <a:solidFill>
                  <a:schemeClr val="tx2"/>
                </a:solidFill>
              </a:rPr>
              <a:t>állítódik</a:t>
            </a:r>
            <a:endParaRPr lang="hu-HU" sz="1400" dirty="0">
              <a:solidFill>
                <a:schemeClr val="tx2"/>
              </a:solidFill>
            </a:endParaRPr>
          </a:p>
          <a:p>
            <a:pPr lvl="1"/>
            <a:r>
              <a:rPr lang="hu-HU" sz="1400" dirty="0">
                <a:solidFill>
                  <a:schemeClr val="tx2"/>
                </a:solidFill>
              </a:rPr>
              <a:t>Nem vesznek részt az „elemzésben” és a </a:t>
            </a:r>
            <a:r>
              <a:rPr lang="hu-HU" sz="1400" dirty="0" err="1">
                <a:solidFill>
                  <a:schemeClr val="tx2"/>
                </a:solidFill>
              </a:rPr>
              <a:t>backpropagatition</a:t>
            </a:r>
            <a:r>
              <a:rPr lang="hu-HU" sz="1400" dirty="0">
                <a:solidFill>
                  <a:schemeClr val="tx2"/>
                </a:solidFill>
              </a:rPr>
              <a:t>-ben</a:t>
            </a:r>
          </a:p>
          <a:p>
            <a:pPr lvl="1"/>
            <a:r>
              <a:rPr lang="hu-HU" sz="1400" dirty="0">
                <a:solidFill>
                  <a:schemeClr val="tx2"/>
                </a:solidFill>
              </a:rPr>
              <a:t>Ezzel az architektúra minden elemnél máshogy néz ki (de a különböző </a:t>
            </a:r>
            <a:r>
              <a:rPr lang="hu-HU" sz="1400" dirty="0" err="1">
                <a:solidFill>
                  <a:schemeClr val="tx2"/>
                </a:solidFill>
              </a:rPr>
              <a:t>arch</a:t>
            </a:r>
            <a:r>
              <a:rPr lang="hu-HU" sz="1400" dirty="0">
                <a:solidFill>
                  <a:schemeClr val="tx2"/>
                </a:solidFill>
              </a:rPr>
              <a:t>.-oknak a </a:t>
            </a:r>
            <a:r>
              <a:rPr lang="hu-HU" sz="1400" dirty="0" err="1">
                <a:solidFill>
                  <a:schemeClr val="tx2"/>
                </a:solidFill>
              </a:rPr>
              <a:t>weight</a:t>
            </a:r>
            <a:r>
              <a:rPr lang="hu-HU" sz="1400" dirty="0">
                <a:solidFill>
                  <a:schemeClr val="tx2"/>
                </a:solidFill>
              </a:rPr>
              <a:t>-je ugyanaz marad )</a:t>
            </a:r>
          </a:p>
          <a:p>
            <a:r>
              <a:rPr lang="hu-HU" sz="1800" dirty="0">
                <a:solidFill>
                  <a:schemeClr val="tx2"/>
                </a:solidFill>
              </a:rPr>
              <a:t>Data </a:t>
            </a:r>
            <a:r>
              <a:rPr lang="hu-HU" sz="1800" dirty="0" err="1">
                <a:solidFill>
                  <a:schemeClr val="tx2"/>
                </a:solidFill>
              </a:rPr>
              <a:t>Augmentation</a:t>
            </a:r>
            <a:r>
              <a:rPr lang="hu-HU" sz="18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hu-HU" sz="1400" u="sng" dirty="0">
                <a:solidFill>
                  <a:schemeClr val="tx2"/>
                </a:solidFill>
              </a:rPr>
              <a:t>Első</a:t>
            </a:r>
            <a:r>
              <a:rPr lang="hu-HU" sz="14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hu-HU" sz="1400" dirty="0">
                <a:solidFill>
                  <a:schemeClr val="tx2"/>
                </a:solidFill>
              </a:rPr>
              <a:t>A 256x256- </a:t>
            </a:r>
            <a:r>
              <a:rPr lang="hu-HU" sz="1400" dirty="0" err="1">
                <a:solidFill>
                  <a:schemeClr val="tx2"/>
                </a:solidFill>
              </a:rPr>
              <a:t>os</a:t>
            </a:r>
            <a:r>
              <a:rPr lang="hu-HU" sz="1400" dirty="0">
                <a:solidFill>
                  <a:schemeClr val="tx2"/>
                </a:solidFill>
              </a:rPr>
              <a:t> képekből 224x224(később javítva 227x227) méretű darabokat veszünk </a:t>
            </a:r>
          </a:p>
          <a:p>
            <a:pPr lvl="1"/>
            <a:r>
              <a:rPr lang="hu-HU" sz="1400" dirty="0">
                <a:solidFill>
                  <a:schemeClr val="tx2"/>
                </a:solidFill>
              </a:rPr>
              <a:t>Ezeket használjuk a </a:t>
            </a:r>
            <a:r>
              <a:rPr lang="hu-HU" sz="1400" dirty="0" err="1">
                <a:solidFill>
                  <a:schemeClr val="tx2"/>
                </a:solidFill>
              </a:rPr>
              <a:t>training</a:t>
            </a:r>
            <a:r>
              <a:rPr lang="hu-HU" sz="1400" dirty="0">
                <a:solidFill>
                  <a:schemeClr val="tx2"/>
                </a:solidFill>
              </a:rPr>
              <a:t> során</a:t>
            </a:r>
          </a:p>
          <a:p>
            <a:pPr lvl="1"/>
            <a:r>
              <a:rPr lang="hu-HU" sz="1400" dirty="0">
                <a:solidFill>
                  <a:schemeClr val="tx2"/>
                </a:solidFill>
              </a:rPr>
              <a:t>A </a:t>
            </a:r>
            <a:r>
              <a:rPr lang="hu-HU" sz="1400" dirty="0" err="1">
                <a:solidFill>
                  <a:schemeClr val="tx2"/>
                </a:solidFill>
              </a:rPr>
              <a:t>dataset</a:t>
            </a:r>
            <a:r>
              <a:rPr lang="hu-HU" sz="1400" dirty="0">
                <a:solidFill>
                  <a:schemeClr val="tx2"/>
                </a:solidFill>
              </a:rPr>
              <a:t> méretét növeljük ezzel </a:t>
            </a:r>
          </a:p>
          <a:p>
            <a:pPr lvl="2"/>
            <a:r>
              <a:rPr lang="hu-HU" sz="1400" u="sng" dirty="0">
                <a:solidFill>
                  <a:schemeClr val="tx2"/>
                </a:solidFill>
              </a:rPr>
              <a:t>Második</a:t>
            </a:r>
            <a:r>
              <a:rPr lang="hu-HU" sz="1400" dirty="0">
                <a:solidFill>
                  <a:schemeClr val="tx2"/>
                </a:solidFill>
              </a:rPr>
              <a:t>:</a:t>
            </a:r>
          </a:p>
          <a:p>
            <a:r>
              <a:rPr lang="hu-HU" sz="1400" dirty="0">
                <a:solidFill>
                  <a:schemeClr val="tx2"/>
                </a:solidFill>
              </a:rPr>
              <a:t>Változtatjuk az </a:t>
            </a:r>
            <a:r>
              <a:rPr lang="hu-HU" sz="1400" dirty="0" err="1">
                <a:solidFill>
                  <a:schemeClr val="tx2"/>
                </a:solidFill>
              </a:rPr>
              <a:t>intenzítását</a:t>
            </a:r>
            <a:r>
              <a:rPr lang="hu-HU" sz="1400" dirty="0">
                <a:solidFill>
                  <a:schemeClr val="tx2"/>
                </a:solidFill>
              </a:rPr>
              <a:t> az RGB csatornáknak a </a:t>
            </a:r>
            <a:r>
              <a:rPr lang="hu-HU" sz="1400" dirty="0" err="1">
                <a:solidFill>
                  <a:schemeClr val="tx2"/>
                </a:solidFill>
              </a:rPr>
              <a:t>training</a:t>
            </a:r>
            <a:r>
              <a:rPr lang="hu-HU" sz="1400" dirty="0">
                <a:solidFill>
                  <a:schemeClr val="tx2"/>
                </a:solidFill>
              </a:rPr>
              <a:t> képeknél</a:t>
            </a:r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F2888FC-161B-AEE5-BACE-BC29F25F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3/9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9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C2FD-F5D2-4415-8486-46858CC42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063619-981B-4E62-A26E-E345BB3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90211" y="0"/>
            <a:ext cx="4039677" cy="1269438"/>
          </a:xfrm>
          <a:custGeom>
            <a:avLst/>
            <a:gdLst>
              <a:gd name="connsiteX0" fmla="*/ 2019838 w 4039677"/>
              <a:gd name="connsiteY0" fmla="*/ 0 h 1269438"/>
              <a:gd name="connsiteX1" fmla="*/ 3994238 w 4039677"/>
              <a:gd name="connsiteY1" fmla="*/ 1175114 h 1269438"/>
              <a:gd name="connsiteX2" fmla="*/ 4039677 w 4039677"/>
              <a:gd name="connsiteY2" fmla="*/ 1269438 h 1269438"/>
              <a:gd name="connsiteX3" fmla="*/ 3004689 w 4039677"/>
              <a:gd name="connsiteY3" fmla="*/ 1269438 h 1269438"/>
              <a:gd name="connsiteX4" fmla="*/ 3000461 w 4039677"/>
              <a:gd name="connsiteY4" fmla="*/ 1264787 h 1269438"/>
              <a:gd name="connsiteX5" fmla="*/ 2019838 w 4039677"/>
              <a:gd name="connsiteY5" fmla="*/ 858599 h 1269438"/>
              <a:gd name="connsiteX6" fmla="*/ 1039216 w 4039677"/>
              <a:gd name="connsiteY6" fmla="*/ 1264787 h 1269438"/>
              <a:gd name="connsiteX7" fmla="*/ 1034988 w 4039677"/>
              <a:gd name="connsiteY7" fmla="*/ 1269438 h 1269438"/>
              <a:gd name="connsiteX8" fmla="*/ 0 w 4039677"/>
              <a:gd name="connsiteY8" fmla="*/ 1269438 h 1269438"/>
              <a:gd name="connsiteX9" fmla="*/ 45438 w 4039677"/>
              <a:gd name="connsiteY9" fmla="*/ 1175114 h 1269438"/>
              <a:gd name="connsiteX10" fmla="*/ 2019838 w 4039677"/>
              <a:gd name="connsiteY10" fmla="*/ 0 h 126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39677" h="1269438">
                <a:moveTo>
                  <a:pt x="2019838" y="0"/>
                </a:moveTo>
                <a:cubicBezTo>
                  <a:pt x="2872410" y="0"/>
                  <a:pt x="3614002" y="475164"/>
                  <a:pt x="3994238" y="1175114"/>
                </a:cubicBezTo>
                <a:lnTo>
                  <a:pt x="4039677" y="1269438"/>
                </a:lnTo>
                <a:lnTo>
                  <a:pt x="3004689" y="1269438"/>
                </a:lnTo>
                <a:lnTo>
                  <a:pt x="3000461" y="1264787"/>
                </a:lnTo>
                <a:cubicBezTo>
                  <a:pt x="2749498" y="1013823"/>
                  <a:pt x="2402795" y="858599"/>
                  <a:pt x="2019838" y="858599"/>
                </a:cubicBezTo>
                <a:cubicBezTo>
                  <a:pt x="1636881" y="858599"/>
                  <a:pt x="1290179" y="1013823"/>
                  <a:pt x="1039216" y="1264787"/>
                </a:cubicBezTo>
                <a:lnTo>
                  <a:pt x="1034988" y="1269438"/>
                </a:lnTo>
                <a:lnTo>
                  <a:pt x="0" y="1269438"/>
                </a:lnTo>
                <a:lnTo>
                  <a:pt x="45438" y="1175114"/>
                </a:lnTo>
                <a:cubicBezTo>
                  <a:pt x="425674" y="475164"/>
                  <a:pt x="1167266" y="0"/>
                  <a:pt x="201983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B62667F0-66A9-5BF3-AF66-D65B418A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72" y="387203"/>
            <a:ext cx="10754527" cy="840498"/>
          </a:xfrm>
        </p:spPr>
        <p:txBody>
          <a:bodyPr anchor="b">
            <a:normAutofit/>
          </a:bodyPr>
          <a:lstStyle/>
          <a:p>
            <a:r>
              <a:rPr lang="hu-HU" dirty="0">
                <a:solidFill>
                  <a:schemeClr val="tx2"/>
                </a:solidFill>
              </a:rPr>
              <a:t>Rétegek felépítésé</a:t>
            </a:r>
          </a:p>
        </p:txBody>
      </p:sp>
      <p:pic>
        <p:nvPicPr>
          <p:cNvPr id="13" name="Tartalom helye 12">
            <a:extLst>
              <a:ext uri="{FF2B5EF4-FFF2-40B4-BE49-F238E27FC236}">
                <a16:creationId xmlns:a16="http://schemas.microsoft.com/office/drawing/2014/main" id="{1C8AEAC6-6224-AD2F-0546-A2B6590B0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5067" y="3816030"/>
            <a:ext cx="7994293" cy="2569082"/>
          </a:xfrm>
        </p:spPr>
      </p:pic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DA8FB9B-F4F4-77F3-7E2E-BB70BB60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4/9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D0D83B8E-B2ED-A929-B02E-E79D79B4863F}"/>
              </a:ext>
            </a:extLst>
          </p:cNvPr>
          <p:cNvSpPr txBox="1"/>
          <p:nvPr/>
        </p:nvSpPr>
        <p:spPr>
          <a:xfrm>
            <a:off x="706414" y="1249014"/>
            <a:ext cx="45832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Convolution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Max </a:t>
            </a:r>
            <a:r>
              <a:rPr lang="hu-HU" dirty="0" err="1"/>
              <a:t>Pooling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Second</a:t>
            </a:r>
            <a:r>
              <a:rPr lang="hu-HU" dirty="0"/>
              <a:t> </a:t>
            </a:r>
            <a:r>
              <a:rPr lang="hu-HU" dirty="0" err="1"/>
              <a:t>Convolution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Max </a:t>
            </a:r>
            <a:r>
              <a:rPr lang="hu-HU" dirty="0" err="1"/>
              <a:t>Pooling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Third</a:t>
            </a:r>
            <a:r>
              <a:rPr lang="hu-HU" dirty="0"/>
              <a:t> </a:t>
            </a:r>
            <a:r>
              <a:rPr lang="hu-HU" dirty="0" err="1"/>
              <a:t>Convolution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Fourth</a:t>
            </a:r>
            <a:r>
              <a:rPr lang="hu-HU" dirty="0"/>
              <a:t> </a:t>
            </a:r>
            <a:r>
              <a:rPr lang="hu-HU" dirty="0" err="1"/>
              <a:t>Convolution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 err="1"/>
              <a:t>Fifth</a:t>
            </a:r>
            <a:r>
              <a:rPr lang="hu-HU" dirty="0"/>
              <a:t> </a:t>
            </a:r>
            <a:r>
              <a:rPr lang="hu-HU" dirty="0" err="1"/>
              <a:t>Convolution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Max </a:t>
            </a:r>
            <a:r>
              <a:rPr lang="hu-HU" dirty="0" err="1"/>
              <a:t>Pooling</a:t>
            </a:r>
            <a:endParaRPr lang="hu-HU" dirty="0"/>
          </a:p>
        </p:txBody>
      </p: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5883CC9D-C60E-7D87-2834-36FB1EA259B0}"/>
              </a:ext>
            </a:extLst>
          </p:cNvPr>
          <p:cNvSpPr txBox="1"/>
          <p:nvPr/>
        </p:nvSpPr>
        <p:spPr>
          <a:xfrm>
            <a:off x="5781462" y="1294875"/>
            <a:ext cx="4526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9. </a:t>
            </a:r>
            <a:r>
              <a:rPr lang="hu-HU" dirty="0" err="1"/>
              <a:t>Fully</a:t>
            </a:r>
            <a:r>
              <a:rPr lang="hu-HU" dirty="0"/>
              <a:t> </a:t>
            </a:r>
            <a:r>
              <a:rPr lang="hu-HU" dirty="0" err="1"/>
              <a:t>Connacted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r>
              <a:rPr lang="hu-HU" dirty="0"/>
              <a:t>10. </a:t>
            </a:r>
            <a:r>
              <a:rPr lang="hu-HU" dirty="0" err="1"/>
              <a:t>Fully</a:t>
            </a:r>
            <a:r>
              <a:rPr lang="hu-HU" dirty="0"/>
              <a:t> </a:t>
            </a:r>
            <a:r>
              <a:rPr lang="hu-HU" dirty="0" err="1"/>
              <a:t>Connacted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r>
              <a:rPr lang="hu-HU" dirty="0"/>
              <a:t>11. </a:t>
            </a:r>
            <a:r>
              <a:rPr lang="hu-HU" dirty="0" err="1"/>
              <a:t>Fully</a:t>
            </a:r>
            <a:r>
              <a:rPr lang="hu-HU" dirty="0"/>
              <a:t> </a:t>
            </a:r>
            <a:r>
              <a:rPr lang="hu-HU" dirty="0" err="1"/>
              <a:t>Connacted</a:t>
            </a:r>
            <a:r>
              <a:rPr lang="hu-HU" dirty="0"/>
              <a:t> </a:t>
            </a:r>
            <a:r>
              <a:rPr lang="hu-HU" dirty="0" err="1"/>
              <a:t>Layer</a:t>
            </a:r>
            <a:endParaRPr lang="hu-HU" dirty="0"/>
          </a:p>
          <a:p>
            <a:endParaRPr lang="hu-HU" dirty="0"/>
          </a:p>
          <a:p>
            <a:r>
              <a:rPr lang="hu-HU" dirty="0"/>
              <a:t>+ (az enyémben) Output </a:t>
            </a:r>
            <a:r>
              <a:rPr lang="hu-HU" dirty="0" err="1"/>
              <a:t>Layer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7263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ight Triangle 5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50AA50F5-6216-4E32-3101-EFE5106E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7" y="933401"/>
            <a:ext cx="4419600" cy="1627076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tx2"/>
                </a:solidFill>
              </a:rPr>
              <a:t>Kódomban a rétegek</a:t>
            </a:r>
          </a:p>
        </p:txBody>
      </p:sp>
      <p:pic>
        <p:nvPicPr>
          <p:cNvPr id="13" name="Tartalom helye 12">
            <a:extLst>
              <a:ext uri="{FF2B5EF4-FFF2-40B4-BE49-F238E27FC236}">
                <a16:creationId xmlns:a16="http://schemas.microsoft.com/office/drawing/2014/main" id="{0177F9E1-19DD-502F-61DA-D3EAEE738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930" y="961404"/>
            <a:ext cx="7567693" cy="4729807"/>
          </a:xfrm>
          <a:prstGeom prst="rect">
            <a:avLst/>
          </a:prstGeom>
        </p:spPr>
      </p:pic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61058A4-49E4-4A26-769F-77F6553E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560" y="6324600"/>
            <a:ext cx="79907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hu-HU" dirty="0">
                <a:solidFill>
                  <a:schemeClr val="tx2"/>
                </a:solidFill>
              </a:rPr>
              <a:t>5/9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D7813D5-910B-4CD2-103F-494A86324EC8}"/>
              </a:ext>
            </a:extLst>
          </p:cNvPr>
          <p:cNvSpPr txBox="1"/>
          <p:nvPr/>
        </p:nvSpPr>
        <p:spPr>
          <a:xfrm>
            <a:off x="189708" y="2607286"/>
            <a:ext cx="41185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</a:t>
            </a:r>
            <a:r>
              <a:rPr lang="hu-HU" dirty="0" err="1"/>
              <a:t>Sequetial</a:t>
            </a:r>
            <a:r>
              <a:rPr lang="hu-HU" dirty="0"/>
              <a:t>() függvény </a:t>
            </a:r>
            <a:r>
              <a:rPr lang="hu-HU" dirty="0" err="1"/>
              <a:t>példányosítása</a:t>
            </a:r>
            <a:r>
              <a:rPr lang="hu-HU" dirty="0"/>
              <a:t> után a következő rétegeket hozzuk létre:</a:t>
            </a:r>
          </a:p>
          <a:p>
            <a:endParaRPr lang="hu-HU" dirty="0"/>
          </a:p>
          <a:p>
            <a:r>
              <a:rPr lang="hu-HU" dirty="0"/>
              <a:t>Az eredeti-ben (227x227x3)-</a:t>
            </a:r>
            <a:r>
              <a:rPr lang="hu-HU" dirty="0" err="1"/>
              <a:t>as</a:t>
            </a:r>
            <a:r>
              <a:rPr lang="hu-HU" dirty="0"/>
              <a:t> étéket kap az </a:t>
            </a:r>
            <a:r>
              <a:rPr lang="hu-HU" dirty="0" err="1"/>
              <a:t>input_shape</a:t>
            </a:r>
            <a:r>
              <a:rPr lang="hu-HU" dirty="0"/>
              <a:t>. Viszont mi a CIFAR-10 </a:t>
            </a:r>
            <a:r>
              <a:rPr lang="hu-HU" dirty="0" err="1"/>
              <a:t>dataset</a:t>
            </a:r>
            <a:r>
              <a:rPr lang="hu-HU" dirty="0"/>
              <a:t>-el dolgozunk, ami (32x32)-es képekből áll. </a:t>
            </a:r>
          </a:p>
          <a:p>
            <a:endParaRPr lang="hu-HU" dirty="0"/>
          </a:p>
          <a:p>
            <a:r>
              <a:rPr lang="hu-HU" dirty="0"/>
              <a:t>Az utolsó érték az jelzi 3 réteg van (</a:t>
            </a:r>
            <a:r>
              <a:rPr lang="hu-HU" dirty="0" err="1"/>
              <a:t>rgb</a:t>
            </a:r>
            <a:r>
              <a:rPr lang="hu-H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3421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7" name="Right Triangle 156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lowchart: Document 158">
            <a:extLst>
              <a:ext uri="{FF2B5EF4-FFF2-40B4-BE49-F238E27FC236}">
                <a16:creationId xmlns:a16="http://schemas.microsoft.com/office/drawing/2014/main" id="{B6DE7CCF-F894-44DD-9FA3-8BD0D5CE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9901" y="1485903"/>
            <a:ext cx="6858000" cy="3886199"/>
          </a:xfrm>
          <a:prstGeom prst="flowChartDocumen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50AA50F5-6216-4E32-3101-EFE5106E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36" y="281532"/>
            <a:ext cx="4406148" cy="13430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Kódomban</a:t>
            </a:r>
            <a:r>
              <a:rPr lang="en-US" dirty="0">
                <a:solidFill>
                  <a:schemeClr val="tx2"/>
                </a:solidFill>
              </a:rPr>
              <a:t> a </a:t>
            </a:r>
            <a:r>
              <a:rPr lang="en-US" dirty="0" err="1">
                <a:solidFill>
                  <a:schemeClr val="tx2"/>
                </a:solidFill>
              </a:rPr>
              <a:t>rétegek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BBE6F1F-3F81-8AB5-FC30-0D6E49486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3446" y="281532"/>
            <a:ext cx="4891423" cy="5654826"/>
          </a:xfrm>
          <a:prstGeom prst="rect">
            <a:avLst/>
          </a:prstGeom>
        </p:spPr>
      </p:pic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61058A4-49E4-4A26-769F-77F6553E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hu-HU" dirty="0">
                <a:solidFill>
                  <a:schemeClr val="tx2"/>
                </a:solidFill>
              </a:rPr>
              <a:t>6</a:t>
            </a:r>
            <a:r>
              <a:rPr lang="en-US" dirty="0">
                <a:solidFill>
                  <a:schemeClr val="tx2"/>
                </a:solidFill>
              </a:rPr>
              <a:t>/9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41550517-46CC-3C39-BC48-9EB7D5516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671" y="6028432"/>
            <a:ext cx="7609974" cy="457743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0CCC8F73-DE0A-E396-25F9-9752547CBF82}"/>
              </a:ext>
            </a:extLst>
          </p:cNvPr>
          <p:cNvSpPr txBox="1"/>
          <p:nvPr/>
        </p:nvSpPr>
        <p:spPr>
          <a:xfrm>
            <a:off x="368443" y="1830213"/>
            <a:ext cx="36293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Ebben az alap példában 8 réteg helyett 9 van.</a:t>
            </a:r>
          </a:p>
          <a:p>
            <a:endParaRPr lang="hu-HU" dirty="0"/>
          </a:p>
          <a:p>
            <a:r>
              <a:rPr lang="hu-HU" dirty="0"/>
              <a:t>Van egy extra réteg a végén. </a:t>
            </a:r>
          </a:p>
          <a:p>
            <a:r>
              <a:rPr lang="hu-HU" dirty="0"/>
              <a:t>Ezt azért adjuk hozzá mert a CIFAR-10 </a:t>
            </a:r>
            <a:r>
              <a:rPr lang="hu-HU" dirty="0" err="1"/>
              <a:t>dataset-ből</a:t>
            </a:r>
            <a:r>
              <a:rPr lang="hu-HU" dirty="0"/>
              <a:t> fogunk dolgozni, ami 10 kategóriából áll (</a:t>
            </a:r>
            <a:r>
              <a:rPr lang="hu-HU" dirty="0" err="1"/>
              <a:t>softmax</a:t>
            </a:r>
            <a:r>
              <a:rPr lang="hu-HU" dirty="0"/>
              <a:t>).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3332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C2FD-F5D2-4415-8486-46858CC42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063619-981B-4E62-A26E-E345BB3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90211" y="0"/>
            <a:ext cx="4039677" cy="1269438"/>
          </a:xfrm>
          <a:custGeom>
            <a:avLst/>
            <a:gdLst>
              <a:gd name="connsiteX0" fmla="*/ 2019838 w 4039677"/>
              <a:gd name="connsiteY0" fmla="*/ 0 h 1269438"/>
              <a:gd name="connsiteX1" fmla="*/ 3994238 w 4039677"/>
              <a:gd name="connsiteY1" fmla="*/ 1175114 h 1269438"/>
              <a:gd name="connsiteX2" fmla="*/ 4039677 w 4039677"/>
              <a:gd name="connsiteY2" fmla="*/ 1269438 h 1269438"/>
              <a:gd name="connsiteX3" fmla="*/ 3004689 w 4039677"/>
              <a:gd name="connsiteY3" fmla="*/ 1269438 h 1269438"/>
              <a:gd name="connsiteX4" fmla="*/ 3000461 w 4039677"/>
              <a:gd name="connsiteY4" fmla="*/ 1264787 h 1269438"/>
              <a:gd name="connsiteX5" fmla="*/ 2019838 w 4039677"/>
              <a:gd name="connsiteY5" fmla="*/ 858599 h 1269438"/>
              <a:gd name="connsiteX6" fmla="*/ 1039216 w 4039677"/>
              <a:gd name="connsiteY6" fmla="*/ 1264787 h 1269438"/>
              <a:gd name="connsiteX7" fmla="*/ 1034988 w 4039677"/>
              <a:gd name="connsiteY7" fmla="*/ 1269438 h 1269438"/>
              <a:gd name="connsiteX8" fmla="*/ 0 w 4039677"/>
              <a:gd name="connsiteY8" fmla="*/ 1269438 h 1269438"/>
              <a:gd name="connsiteX9" fmla="*/ 45438 w 4039677"/>
              <a:gd name="connsiteY9" fmla="*/ 1175114 h 1269438"/>
              <a:gd name="connsiteX10" fmla="*/ 2019838 w 4039677"/>
              <a:gd name="connsiteY10" fmla="*/ 0 h 126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39677" h="1269438">
                <a:moveTo>
                  <a:pt x="2019838" y="0"/>
                </a:moveTo>
                <a:cubicBezTo>
                  <a:pt x="2872410" y="0"/>
                  <a:pt x="3614002" y="475164"/>
                  <a:pt x="3994238" y="1175114"/>
                </a:cubicBezTo>
                <a:lnTo>
                  <a:pt x="4039677" y="1269438"/>
                </a:lnTo>
                <a:lnTo>
                  <a:pt x="3004689" y="1269438"/>
                </a:lnTo>
                <a:lnTo>
                  <a:pt x="3000461" y="1264787"/>
                </a:lnTo>
                <a:cubicBezTo>
                  <a:pt x="2749498" y="1013823"/>
                  <a:pt x="2402795" y="858599"/>
                  <a:pt x="2019838" y="858599"/>
                </a:cubicBezTo>
                <a:cubicBezTo>
                  <a:pt x="1636881" y="858599"/>
                  <a:pt x="1290179" y="1013823"/>
                  <a:pt x="1039216" y="1264787"/>
                </a:cubicBezTo>
                <a:lnTo>
                  <a:pt x="1034988" y="1269438"/>
                </a:lnTo>
                <a:lnTo>
                  <a:pt x="0" y="1269438"/>
                </a:lnTo>
                <a:lnTo>
                  <a:pt x="45438" y="1175114"/>
                </a:lnTo>
                <a:cubicBezTo>
                  <a:pt x="425674" y="475164"/>
                  <a:pt x="1167266" y="0"/>
                  <a:pt x="201983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BECBBB63-9026-F7C5-53DE-55E32F2F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906"/>
            <a:ext cx="10754527" cy="797757"/>
          </a:xfrm>
        </p:spPr>
        <p:txBody>
          <a:bodyPr anchor="b">
            <a:normAutofit/>
          </a:bodyPr>
          <a:lstStyle/>
          <a:p>
            <a:r>
              <a:rPr lang="hu-HU" dirty="0">
                <a:solidFill>
                  <a:schemeClr val="tx2"/>
                </a:solidFill>
              </a:rPr>
              <a:t>Eredmény </a:t>
            </a:r>
          </a:p>
        </p:txBody>
      </p:sp>
      <p:pic>
        <p:nvPicPr>
          <p:cNvPr id="13" name="Tartalom helye 12">
            <a:extLst>
              <a:ext uri="{FF2B5EF4-FFF2-40B4-BE49-F238E27FC236}">
                <a16:creationId xmlns:a16="http://schemas.microsoft.com/office/drawing/2014/main" id="{1D9918C3-BF7B-61DB-7668-EA3D0C16D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545" y="1853802"/>
            <a:ext cx="6203613" cy="4139989"/>
          </a:xfrm>
        </p:spPr>
      </p:pic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5DC2648-F814-BB98-97D2-A6A38F18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7/9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3B6C52C-5DEA-BB18-0262-23513FE41D37}"/>
              </a:ext>
            </a:extLst>
          </p:cNvPr>
          <p:cNvSpPr txBox="1"/>
          <p:nvPr/>
        </p:nvSpPr>
        <p:spPr>
          <a:xfrm>
            <a:off x="5467319" y="2129718"/>
            <a:ext cx="209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b: </a:t>
            </a:r>
            <a:r>
              <a:rPr lang="hu-HU" dirty="0" err="1"/>
              <a:t>training</a:t>
            </a:r>
            <a:r>
              <a:rPr lang="hu-HU" dirty="0"/>
              <a:t> </a:t>
            </a:r>
            <a:r>
              <a:rPr lang="hu-HU" dirty="0" err="1"/>
              <a:t>loss</a:t>
            </a:r>
            <a:endParaRPr lang="hu-HU" dirty="0"/>
          </a:p>
          <a:p>
            <a:r>
              <a:rPr lang="hu-HU" dirty="0"/>
              <a:t>R: </a:t>
            </a:r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loss</a:t>
            </a:r>
            <a:endParaRPr lang="hu-HU" dirty="0"/>
          </a:p>
        </p:txBody>
      </p:sp>
      <p:pic>
        <p:nvPicPr>
          <p:cNvPr id="47" name="Kép 46">
            <a:extLst>
              <a:ext uri="{FF2B5EF4-FFF2-40B4-BE49-F238E27FC236}">
                <a16:creationId xmlns:a16="http://schemas.microsoft.com/office/drawing/2014/main" id="{5C9F92C1-47D3-9B19-FB12-282AD06A0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742" y="5011872"/>
            <a:ext cx="1924050" cy="238125"/>
          </a:xfrm>
          <a:prstGeom prst="rect">
            <a:avLst/>
          </a:prstGeom>
        </p:spPr>
      </p:pic>
      <p:sp>
        <p:nvSpPr>
          <p:cNvPr id="48" name="Szövegdoboz 47">
            <a:extLst>
              <a:ext uri="{FF2B5EF4-FFF2-40B4-BE49-F238E27FC236}">
                <a16:creationId xmlns:a16="http://schemas.microsoft.com/office/drawing/2014/main" id="{464CBEA8-A264-BF4E-C17B-D89875D25C0A}"/>
              </a:ext>
            </a:extLst>
          </p:cNvPr>
          <p:cNvSpPr txBox="1"/>
          <p:nvPr/>
        </p:nvSpPr>
        <p:spPr>
          <a:xfrm>
            <a:off x="7864393" y="4582940"/>
            <a:ext cx="259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Végső </a:t>
            </a:r>
            <a:r>
              <a:rPr lang="hu-HU" dirty="0" err="1"/>
              <a:t>accuracy</a:t>
            </a:r>
            <a:r>
              <a:rPr lang="hu-HU" dirty="0"/>
              <a:t> </a:t>
            </a:r>
            <a:r>
              <a:rPr lang="hu-HU" dirty="0" err="1"/>
              <a:t>score</a:t>
            </a:r>
            <a:r>
              <a:rPr lang="hu-HU" dirty="0"/>
              <a:t>:</a:t>
            </a: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503F8852-1462-A328-567D-B83C31A4CB53}"/>
              </a:ext>
            </a:extLst>
          </p:cNvPr>
          <p:cNvSpPr txBox="1"/>
          <p:nvPr/>
        </p:nvSpPr>
        <p:spPr>
          <a:xfrm>
            <a:off x="7925519" y="2400385"/>
            <a:ext cx="2803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képen látható hogy a </a:t>
            </a:r>
            <a:r>
              <a:rPr lang="hu-HU" dirty="0" err="1"/>
              <a:t>training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alapján elég jól betanult a modell.</a:t>
            </a:r>
          </a:p>
        </p:txBody>
      </p:sp>
    </p:spTree>
    <p:extLst>
      <p:ext uri="{BB962C8B-B14F-4D97-AF65-F5344CB8AC3E}">
        <p14:creationId xmlns:p14="http://schemas.microsoft.com/office/powerpoint/2010/main" val="348179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CC2FD-F5D2-4415-8486-46858CC42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063619-981B-4E62-A26E-E345BB3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90211" y="0"/>
            <a:ext cx="4039677" cy="1269438"/>
          </a:xfrm>
          <a:custGeom>
            <a:avLst/>
            <a:gdLst>
              <a:gd name="connsiteX0" fmla="*/ 2019838 w 4039677"/>
              <a:gd name="connsiteY0" fmla="*/ 0 h 1269438"/>
              <a:gd name="connsiteX1" fmla="*/ 3994238 w 4039677"/>
              <a:gd name="connsiteY1" fmla="*/ 1175114 h 1269438"/>
              <a:gd name="connsiteX2" fmla="*/ 4039677 w 4039677"/>
              <a:gd name="connsiteY2" fmla="*/ 1269438 h 1269438"/>
              <a:gd name="connsiteX3" fmla="*/ 3004689 w 4039677"/>
              <a:gd name="connsiteY3" fmla="*/ 1269438 h 1269438"/>
              <a:gd name="connsiteX4" fmla="*/ 3000461 w 4039677"/>
              <a:gd name="connsiteY4" fmla="*/ 1264787 h 1269438"/>
              <a:gd name="connsiteX5" fmla="*/ 2019838 w 4039677"/>
              <a:gd name="connsiteY5" fmla="*/ 858599 h 1269438"/>
              <a:gd name="connsiteX6" fmla="*/ 1039216 w 4039677"/>
              <a:gd name="connsiteY6" fmla="*/ 1264787 h 1269438"/>
              <a:gd name="connsiteX7" fmla="*/ 1034988 w 4039677"/>
              <a:gd name="connsiteY7" fmla="*/ 1269438 h 1269438"/>
              <a:gd name="connsiteX8" fmla="*/ 0 w 4039677"/>
              <a:gd name="connsiteY8" fmla="*/ 1269438 h 1269438"/>
              <a:gd name="connsiteX9" fmla="*/ 45438 w 4039677"/>
              <a:gd name="connsiteY9" fmla="*/ 1175114 h 1269438"/>
              <a:gd name="connsiteX10" fmla="*/ 2019838 w 4039677"/>
              <a:gd name="connsiteY10" fmla="*/ 0 h 126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39677" h="1269438">
                <a:moveTo>
                  <a:pt x="2019838" y="0"/>
                </a:moveTo>
                <a:cubicBezTo>
                  <a:pt x="2872410" y="0"/>
                  <a:pt x="3614002" y="475164"/>
                  <a:pt x="3994238" y="1175114"/>
                </a:cubicBezTo>
                <a:lnTo>
                  <a:pt x="4039677" y="1269438"/>
                </a:lnTo>
                <a:lnTo>
                  <a:pt x="3004689" y="1269438"/>
                </a:lnTo>
                <a:lnTo>
                  <a:pt x="3000461" y="1264787"/>
                </a:lnTo>
                <a:cubicBezTo>
                  <a:pt x="2749498" y="1013823"/>
                  <a:pt x="2402795" y="858599"/>
                  <a:pt x="2019838" y="858599"/>
                </a:cubicBezTo>
                <a:cubicBezTo>
                  <a:pt x="1636881" y="858599"/>
                  <a:pt x="1290179" y="1013823"/>
                  <a:pt x="1039216" y="1264787"/>
                </a:cubicBezTo>
                <a:lnTo>
                  <a:pt x="1034988" y="1269438"/>
                </a:lnTo>
                <a:lnTo>
                  <a:pt x="0" y="1269438"/>
                </a:lnTo>
                <a:lnTo>
                  <a:pt x="45438" y="1175114"/>
                </a:lnTo>
                <a:cubicBezTo>
                  <a:pt x="425674" y="475164"/>
                  <a:pt x="1167266" y="0"/>
                  <a:pt x="2019838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0BB70B0-BDED-8E15-3C21-5859C7B65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907"/>
            <a:ext cx="10754527" cy="814416"/>
          </a:xfrm>
        </p:spPr>
        <p:txBody>
          <a:bodyPr anchor="b">
            <a:normAutofit/>
          </a:bodyPr>
          <a:lstStyle/>
          <a:p>
            <a:r>
              <a:rPr lang="hu-HU" dirty="0">
                <a:solidFill>
                  <a:schemeClr val="tx2"/>
                </a:solidFill>
              </a:rPr>
              <a:t>Eredmény </a:t>
            </a:r>
          </a:p>
        </p:txBody>
      </p:sp>
      <p:pic>
        <p:nvPicPr>
          <p:cNvPr id="13" name="Tartalom helye 12">
            <a:extLst>
              <a:ext uri="{FF2B5EF4-FFF2-40B4-BE49-F238E27FC236}">
                <a16:creationId xmlns:a16="http://schemas.microsoft.com/office/drawing/2014/main" id="{DB78EC81-2EDB-F704-B628-0598708DF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255" y="1662551"/>
            <a:ext cx="8622872" cy="4467585"/>
          </a:xfrm>
        </p:spPr>
      </p:pic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EE46F0F-0095-2868-453E-97E6FCD3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8/9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924AD508-182C-8833-6A4B-4D7FCA63201C}"/>
              </a:ext>
            </a:extLst>
          </p:cNvPr>
          <p:cNvSpPr txBox="1"/>
          <p:nvPr/>
        </p:nvSpPr>
        <p:spPr>
          <a:xfrm>
            <a:off x="8892632" y="1857013"/>
            <a:ext cx="271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59902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B42397-759B-4110-90F9-11A099A0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CE16B93-748F-4AF3-90C6-D3EE861E7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F2252F-DB74-4990-8E43-3B46EB31A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BBB0339-E325-46BB-A951-96F1A4651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21A6F6B-EBF5-41B9-BDDB-AF519B8AD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2CB88A6-ABF0-4981-8112-89F17060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07B5CF-3BA7-46DE-A98B-C46A77F21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DE055E6-5758-4FD1-A969-1AB1F47EE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5B9E002-9254-431A-BEE3-BC744C6D4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5BB4EB4-8685-4464-8EAE-D44D7770B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3239F69-CDD7-49E2-9C2E-B56A6D009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C507C8-734D-457D-A4EA-3C1F17BC8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139D922-20CB-41E9-B69E-FA643C51A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E3C40B-0A70-4224-BC24-365327DC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2999B0-1AA0-4D8B-BB3E-1BEAD972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737CB6-048C-4FD9-9663-0D214A0A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F1A2328-0FD2-449E-A066-56A7D096A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3212297-7D47-455C-B574-D4A450A6B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F88725D-F086-42CF-A0A4-F335D03F9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E97B27-B4E2-45AF-ACC9-5EC22DB7A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FADBC7B-7D04-4E57-9B78-3FC78B903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D44BB5-3236-443E-BDD8-7E145E32D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85E742B-9320-4785-A94F-2CAE2855C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A42F567-7F15-4D7B-8F9C-5F8F6B283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9DAD4DF-0FE8-401C-AE04-738B80B25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01394A-2A38-4F45-B5B6-A025C4B43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9D4873B-257C-4327-907C-082946921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5350388-C37B-41E0-8172-2F7D79DBB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DA0A053-52F2-4D51-BEB7-31B0A3CA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23551FA-C6B2-4251-A24C-021D7B64E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A50F0F9-04C8-47E4-AF66-B3CAF8C81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017C593-7166-4110-8447-086A8A2DB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792CE38-231D-4EFB-BD1C-B0DFC4714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7902244-3120-4F1E-BCA7-C414F8CA5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C2A9BEC-6FBD-4C4E-9D8F-67971086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D05CAB2-3C3D-4649-A904-7115E0A40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79ECC96-BB36-4A8A-ACFC-0CDAC9A3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6C3BBC2-CEC2-44E9-B82B-34488E7E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73074D9-0CF2-46DC-8D7A-871B6FE4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573F54A-11A1-4A06-8130-294B4D5CE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2F69BFB-91DF-4F4E-BE91-2D6805CD6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BA93DEE-828E-4AC5-A89A-B3FCC168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043F28B-A5B8-4573-89CC-A68E27A72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41EDE26-6F99-4FF5-A50B-255FEF1C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C69229A-861A-4B33-A690-B89F20F21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1FF5E2F-2AD1-485A-8981-8905C235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E9781F-DF28-41A8-8A6B-7DC5409F9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CDF5C52-5A30-4182-9FF7-118DB1BB6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C8008CF-A1BC-4A0E-B9A2-05FB501E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DF1A43F-5E26-4631-8775-BC3BACEB1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8A5A284-AA4F-43C1-84B9-947642136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B3BE54E-1FBA-4E64-982C-9CA2C0C48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E7BA94A-1A8A-45C6-9B8F-AFEC955F1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5C6D3A0-6B84-4021-87FB-3179A711B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A87903E-EEC8-47F4-8730-06C5FD14B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8A92A2B-3460-4608-B3EA-4FFEAF83B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B0E1020-452C-4B7F-A1D2-BA8F1B83F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903CF7B-6947-4932-AD73-020495EDC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453FA51-CE2D-4B84-9F4F-3263D1BC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327B132-AD8C-4732-93AA-C136586C2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F7C084A-330C-4243-AD92-F98B226F0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7F19A9C0-8335-4ABB-91B6-396031712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3BA1208A-FAFD-4827-BF3E-A6B16CA01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BCA4B91E-1F5F-C64A-DF4A-81CF1B57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958" y="899145"/>
            <a:ext cx="7617629" cy="27844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sz="5400" dirty="0">
                <a:solidFill>
                  <a:schemeClr val="tx2"/>
                </a:solidFill>
              </a:rPr>
              <a:t>Köszönöm a figyelmet!</a:t>
            </a:r>
            <a:endParaRPr lang="en-US" sz="5400" dirty="0">
              <a:solidFill>
                <a:schemeClr val="tx2"/>
              </a:solidFill>
            </a:endParaRPr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8FBAE82-4A5E-11EE-7853-2D1597D7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9/9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762853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373</Words>
  <Application>Microsoft Office PowerPoint</Application>
  <PresentationFormat>Szélesvásznú</PresentationFormat>
  <Paragraphs>70</Paragraphs>
  <Slides>9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Avenir Next LT Pro</vt:lpstr>
      <vt:lpstr>Calibri</vt:lpstr>
      <vt:lpstr>Posterama</vt:lpstr>
      <vt:lpstr>SineVTI</vt:lpstr>
      <vt:lpstr>AlexNet</vt:lpstr>
      <vt:lpstr>What is AlexNet?</vt:lpstr>
      <vt:lpstr>AlexNet és a túltanulás (overfitting)</vt:lpstr>
      <vt:lpstr>Rétegek felépítésé</vt:lpstr>
      <vt:lpstr>Kódomban a rétegek</vt:lpstr>
      <vt:lpstr>Kódomban a rétegek</vt:lpstr>
      <vt:lpstr>Eredmény </vt:lpstr>
      <vt:lpstr>Eredmény 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AlexNet</dc:title>
  <dc:creator>Janka Bacso</dc:creator>
  <cp:lastModifiedBy>Janka Bacso</cp:lastModifiedBy>
  <cp:revision>1</cp:revision>
  <dcterms:created xsi:type="dcterms:W3CDTF">2022-12-07T13:53:33Z</dcterms:created>
  <dcterms:modified xsi:type="dcterms:W3CDTF">2022-12-08T11:31:37Z</dcterms:modified>
</cp:coreProperties>
</file>