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3" r:id="rId4"/>
    <p:sldId id="273" r:id="rId5"/>
    <p:sldId id="266" r:id="rId6"/>
    <p:sldId id="272" r:id="rId7"/>
    <p:sldId id="267" r:id="rId8"/>
    <p:sldId id="271" r:id="rId9"/>
    <p:sldId id="26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D63C1C-4F7D-4AF5-A32C-C0D69B5536B4}" v="37" dt="2023-06-01T17:14:57.881"/>
    <p1510:client id="{4EEC0BD7-8ECA-4C39-B152-06FAFE474377}" v="6" dt="2023-06-01T09:24:56.73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70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ka Bacso" userId="eb69b254fbf9f166" providerId="LiveId" clId="{36D63C1C-4F7D-4AF5-A32C-C0D69B5536B4}"/>
    <pc:docChg chg="undo redo custSel addSld delSld modSld sldOrd">
      <pc:chgData name="Janka Bacso" userId="eb69b254fbf9f166" providerId="LiveId" clId="{36D63C1C-4F7D-4AF5-A32C-C0D69B5536B4}" dt="2023-06-01T21:21:49.780" v="2315" actId="20577"/>
      <pc:docMkLst>
        <pc:docMk/>
      </pc:docMkLst>
      <pc:sldChg chg="addSp delSp modSp mod delDesignElem">
        <pc:chgData name="Janka Bacso" userId="eb69b254fbf9f166" providerId="LiveId" clId="{36D63C1C-4F7D-4AF5-A32C-C0D69B5536B4}" dt="2023-06-01T21:21:49.780" v="2315" actId="20577"/>
        <pc:sldMkLst>
          <pc:docMk/>
          <pc:sldMk cId="597570977" sldId="256"/>
        </pc:sldMkLst>
        <pc:spChg chg="mod">
          <ac:chgData name="Janka Bacso" userId="eb69b254fbf9f166" providerId="LiveId" clId="{36D63C1C-4F7D-4AF5-A32C-C0D69B5536B4}" dt="2023-06-01T13:32:22.843" v="356" actId="1076"/>
          <ac:spMkLst>
            <pc:docMk/>
            <pc:sldMk cId="597570977" sldId="256"/>
            <ac:spMk id="3" creationId="{3B791021-FCC2-403A-4A90-2F9AE2326513}"/>
          </ac:spMkLst>
        </pc:spChg>
        <pc:spChg chg="mod">
          <ac:chgData name="Janka Bacso" userId="eb69b254fbf9f166" providerId="LiveId" clId="{36D63C1C-4F7D-4AF5-A32C-C0D69B5536B4}" dt="2023-06-01T15:37:43.397" v="852"/>
          <ac:spMkLst>
            <pc:docMk/>
            <pc:sldMk cId="597570977" sldId="256"/>
            <ac:spMk id="4" creationId="{BE514411-47CF-DCF0-F076-5345F22FCBF2}"/>
          </ac:spMkLst>
        </pc:spChg>
        <pc:spChg chg="mod">
          <ac:chgData name="Janka Bacso" userId="eb69b254fbf9f166" providerId="LiveId" clId="{36D63C1C-4F7D-4AF5-A32C-C0D69B5536B4}" dt="2023-06-01T21:21:49.780" v="2315" actId="20577"/>
          <ac:spMkLst>
            <pc:docMk/>
            <pc:sldMk cId="597570977" sldId="256"/>
            <ac:spMk id="6" creationId="{0E407A1F-9237-82EF-6F37-683B8BA340F8}"/>
          </ac:spMkLst>
        </pc:spChg>
        <pc:spChg chg="mod">
          <ac:chgData name="Janka Bacso" userId="eb69b254fbf9f166" providerId="LiveId" clId="{36D63C1C-4F7D-4AF5-A32C-C0D69B5536B4}" dt="2023-06-01T15:37:43.397" v="852"/>
          <ac:spMkLst>
            <pc:docMk/>
            <pc:sldMk cId="597570977" sldId="256"/>
            <ac:spMk id="7" creationId="{92034339-A2D2-FE0B-2C25-AF2D0677F461}"/>
          </ac:spMkLst>
        </pc:spChg>
        <pc:spChg chg="add del">
          <ac:chgData name="Janka Bacso" userId="eb69b254fbf9f166" providerId="LiveId" clId="{36D63C1C-4F7D-4AF5-A32C-C0D69B5536B4}" dt="2023-06-01T15:37:43.397" v="852"/>
          <ac:spMkLst>
            <pc:docMk/>
            <pc:sldMk cId="597570977" sldId="256"/>
            <ac:spMk id="22" creationId="{8A95209C-5275-4E15-8EA7-7F42980ABF2D}"/>
          </ac:spMkLst>
        </pc:spChg>
        <pc:spChg chg="add del">
          <ac:chgData name="Janka Bacso" userId="eb69b254fbf9f166" providerId="LiveId" clId="{36D63C1C-4F7D-4AF5-A32C-C0D69B5536B4}" dt="2023-06-01T15:37:43.397" v="852"/>
          <ac:spMkLst>
            <pc:docMk/>
            <pc:sldMk cId="597570977" sldId="256"/>
            <ac:spMk id="24" creationId="{4F2ED431-E304-4FF0-9F4E-032783C9D612}"/>
          </ac:spMkLst>
        </pc:spChg>
        <pc:spChg chg="add del">
          <ac:chgData name="Janka Bacso" userId="eb69b254fbf9f166" providerId="LiveId" clId="{36D63C1C-4F7D-4AF5-A32C-C0D69B5536B4}" dt="2023-06-01T15:37:43.397" v="852"/>
          <ac:spMkLst>
            <pc:docMk/>
            <pc:sldMk cId="597570977" sldId="256"/>
            <ac:spMk id="26" creationId="{4E87FCFB-2CCE-460D-B3DD-557C8BD1B94A}"/>
          </ac:spMkLst>
        </pc:spChg>
      </pc:sldChg>
      <pc:sldChg chg="addSp delSp modSp mod delDesignElem">
        <pc:chgData name="Janka Bacso" userId="eb69b254fbf9f166" providerId="LiveId" clId="{36D63C1C-4F7D-4AF5-A32C-C0D69B5536B4}" dt="2023-06-01T21:21:43.010" v="2310" actId="20577"/>
        <pc:sldMkLst>
          <pc:docMk/>
          <pc:sldMk cId="4092265314" sldId="257"/>
        </pc:sldMkLst>
        <pc:spChg chg="mod">
          <ac:chgData name="Janka Bacso" userId="eb69b254fbf9f166" providerId="LiveId" clId="{36D63C1C-4F7D-4AF5-A32C-C0D69B5536B4}" dt="2023-06-01T21:21:43.010" v="2310" actId="20577"/>
          <ac:spMkLst>
            <pc:docMk/>
            <pc:sldMk cId="4092265314" sldId="257"/>
            <ac:spMk id="4" creationId="{85AC247D-0B09-717D-C8E3-42A7DC31FFD8}"/>
          </ac:spMkLst>
        </pc:spChg>
        <pc:spChg chg="add del">
          <ac:chgData name="Janka Bacso" userId="eb69b254fbf9f166" providerId="LiveId" clId="{36D63C1C-4F7D-4AF5-A32C-C0D69B5536B4}" dt="2023-06-01T15:37:43.397" v="852"/>
          <ac:spMkLst>
            <pc:docMk/>
            <pc:sldMk cId="4092265314" sldId="257"/>
            <ac:spMk id="17" creationId="{100EDD19-6802-4EC3-95CE-CFFAB042CFD6}"/>
          </ac:spMkLst>
        </pc:spChg>
        <pc:spChg chg="add del">
          <ac:chgData name="Janka Bacso" userId="eb69b254fbf9f166" providerId="LiveId" clId="{36D63C1C-4F7D-4AF5-A32C-C0D69B5536B4}" dt="2023-06-01T15:37:43.397" v="852"/>
          <ac:spMkLst>
            <pc:docMk/>
            <pc:sldMk cId="4092265314" sldId="257"/>
            <ac:spMk id="18" creationId="{DB17E863-922E-4C26-BD64-E8FD41D28661}"/>
          </ac:spMkLst>
        </pc:spChg>
      </pc:sldChg>
      <pc:sldChg chg="addSp delSp modSp mod delDesignElem">
        <pc:chgData name="Janka Bacso" userId="eb69b254fbf9f166" providerId="LiveId" clId="{36D63C1C-4F7D-4AF5-A32C-C0D69B5536B4}" dt="2023-06-01T21:21:36.530" v="2305" actId="20577"/>
        <pc:sldMkLst>
          <pc:docMk/>
          <pc:sldMk cId="2402133838" sldId="263"/>
        </pc:sldMkLst>
        <pc:spChg chg="mod">
          <ac:chgData name="Janka Bacso" userId="eb69b254fbf9f166" providerId="LiveId" clId="{36D63C1C-4F7D-4AF5-A32C-C0D69B5536B4}" dt="2023-06-01T15:28:03.412" v="598" actId="1076"/>
          <ac:spMkLst>
            <pc:docMk/>
            <pc:sldMk cId="2402133838" sldId="263"/>
            <ac:spMk id="2" creationId="{3053428E-2C65-D26A-9831-B50572395C7F}"/>
          </ac:spMkLst>
        </pc:spChg>
        <pc:spChg chg="add del mod">
          <ac:chgData name="Janka Bacso" userId="eb69b254fbf9f166" providerId="LiveId" clId="{36D63C1C-4F7D-4AF5-A32C-C0D69B5536B4}" dt="2023-06-01T17:37:39.357" v="2238" actId="20577"/>
          <ac:spMkLst>
            <pc:docMk/>
            <pc:sldMk cId="2402133838" sldId="263"/>
            <ac:spMk id="3" creationId="{751882D4-5DC7-9C3A-DE64-418E17DB66EE}"/>
          </ac:spMkLst>
        </pc:spChg>
        <pc:spChg chg="mod">
          <ac:chgData name="Janka Bacso" userId="eb69b254fbf9f166" providerId="LiveId" clId="{36D63C1C-4F7D-4AF5-A32C-C0D69B5536B4}" dt="2023-06-01T21:21:36.530" v="2305" actId="20577"/>
          <ac:spMkLst>
            <pc:docMk/>
            <pc:sldMk cId="2402133838" sldId="263"/>
            <ac:spMk id="4" creationId="{85AC247D-0B09-717D-C8E3-42A7DC31FFD8}"/>
          </ac:spMkLst>
        </pc:spChg>
        <pc:spChg chg="add del mod">
          <ac:chgData name="Janka Bacso" userId="eb69b254fbf9f166" providerId="LiveId" clId="{36D63C1C-4F7D-4AF5-A32C-C0D69B5536B4}" dt="2023-06-01T13:16:43.052" v="1" actId="478"/>
          <ac:spMkLst>
            <pc:docMk/>
            <pc:sldMk cId="2402133838" sldId="263"/>
            <ac:spMk id="7" creationId="{56FA61F3-DDAB-1E1E-05B4-894670FE4649}"/>
          </ac:spMkLst>
        </pc:spChg>
        <pc:spChg chg="add del mod">
          <ac:chgData name="Janka Bacso" userId="eb69b254fbf9f166" providerId="LiveId" clId="{36D63C1C-4F7D-4AF5-A32C-C0D69B5536B4}" dt="2023-06-01T17:13:43.148" v="1574" actId="478"/>
          <ac:spMkLst>
            <pc:docMk/>
            <pc:sldMk cId="2402133838" sldId="263"/>
            <ac:spMk id="8" creationId="{6B26ECBE-1011-E14B-A143-81AC9722BDBD}"/>
          </ac:spMkLst>
        </pc:spChg>
        <pc:spChg chg="add del">
          <ac:chgData name="Janka Bacso" userId="eb69b254fbf9f166" providerId="LiveId" clId="{36D63C1C-4F7D-4AF5-A32C-C0D69B5536B4}" dt="2023-06-01T15:37:43.397" v="852"/>
          <ac:spMkLst>
            <pc:docMk/>
            <pc:sldMk cId="2402133838" sldId="263"/>
            <ac:spMk id="25" creationId="{71877DBC-BB60-40F0-AC93-2ACDBAAE60CE}"/>
          </ac:spMkLst>
        </pc:spChg>
        <pc:spChg chg="add del">
          <ac:chgData name="Janka Bacso" userId="eb69b254fbf9f166" providerId="LiveId" clId="{36D63C1C-4F7D-4AF5-A32C-C0D69B5536B4}" dt="2023-06-01T15:37:43.397" v="852"/>
          <ac:spMkLst>
            <pc:docMk/>
            <pc:sldMk cId="2402133838" sldId="263"/>
            <ac:spMk id="26" creationId="{743AA782-23D1-4521-8CAD-47662984AA08}"/>
          </ac:spMkLst>
        </pc:spChg>
        <pc:picChg chg="del">
          <ac:chgData name="Janka Bacso" userId="eb69b254fbf9f166" providerId="LiveId" clId="{36D63C1C-4F7D-4AF5-A32C-C0D69B5536B4}" dt="2023-06-01T13:16:48.857" v="3" actId="478"/>
          <ac:picMkLst>
            <pc:docMk/>
            <pc:sldMk cId="2402133838" sldId="263"/>
            <ac:picMk id="5" creationId="{D27A2D94-09F4-0A92-FB6D-F16954B34876}"/>
          </ac:picMkLst>
        </pc:picChg>
        <pc:picChg chg="add del mod">
          <ac:chgData name="Janka Bacso" userId="eb69b254fbf9f166" providerId="LiveId" clId="{36D63C1C-4F7D-4AF5-A32C-C0D69B5536B4}" dt="2023-06-01T17:14:50.492" v="1578" actId="478"/>
          <ac:picMkLst>
            <pc:docMk/>
            <pc:sldMk cId="2402133838" sldId="263"/>
            <ac:picMk id="10" creationId="{A3AA4134-E26C-62DD-6A18-4D837108C50B}"/>
          </ac:picMkLst>
        </pc:picChg>
        <pc:picChg chg="add mod">
          <ac:chgData name="Janka Bacso" userId="eb69b254fbf9f166" providerId="LiveId" clId="{36D63C1C-4F7D-4AF5-A32C-C0D69B5536B4}" dt="2023-06-01T17:15:10.273" v="1584" actId="1076"/>
          <ac:picMkLst>
            <pc:docMk/>
            <pc:sldMk cId="2402133838" sldId="263"/>
            <ac:picMk id="12" creationId="{39D070B9-8E74-3D05-F3B9-087BC500B4A4}"/>
          </ac:picMkLst>
        </pc:picChg>
      </pc:sldChg>
      <pc:sldChg chg="addSp delSp modSp del mod setBg delDesignElem">
        <pc:chgData name="Janka Bacso" userId="eb69b254fbf9f166" providerId="LiveId" clId="{36D63C1C-4F7D-4AF5-A32C-C0D69B5536B4}" dt="2023-06-01T16:42:46.219" v="1318" actId="47"/>
        <pc:sldMkLst>
          <pc:docMk/>
          <pc:sldMk cId="3597114673" sldId="264"/>
        </pc:sldMkLst>
        <pc:spChg chg="mod">
          <ac:chgData name="Janka Bacso" userId="eb69b254fbf9f166" providerId="LiveId" clId="{36D63C1C-4F7D-4AF5-A32C-C0D69B5536B4}" dt="2023-06-01T16:41:13.055" v="1304" actId="14100"/>
          <ac:spMkLst>
            <pc:docMk/>
            <pc:sldMk cId="3597114673" sldId="264"/>
            <ac:spMk id="2" creationId="{3053428E-2C65-D26A-9831-B50572395C7F}"/>
          </ac:spMkLst>
        </pc:spChg>
        <pc:spChg chg="mod ord">
          <ac:chgData name="Janka Bacso" userId="eb69b254fbf9f166" providerId="LiveId" clId="{36D63C1C-4F7D-4AF5-A32C-C0D69B5536B4}" dt="2023-06-01T15:39:07.371" v="882" actId="403"/>
          <ac:spMkLst>
            <pc:docMk/>
            <pc:sldMk cId="3597114673" sldId="264"/>
            <ac:spMk id="3" creationId="{751882D4-5DC7-9C3A-DE64-418E17DB66EE}"/>
          </ac:spMkLst>
        </pc:spChg>
        <pc:spChg chg="mod ord">
          <ac:chgData name="Janka Bacso" userId="eb69b254fbf9f166" providerId="LiveId" clId="{36D63C1C-4F7D-4AF5-A32C-C0D69B5536B4}" dt="2023-06-01T15:37:43.397" v="852"/>
          <ac:spMkLst>
            <pc:docMk/>
            <pc:sldMk cId="3597114673" sldId="264"/>
            <ac:spMk id="4" creationId="{85AC247D-0B09-717D-C8E3-42A7DC31FFD8}"/>
          </ac:spMkLst>
        </pc:spChg>
        <pc:spChg chg="del">
          <ac:chgData name="Janka Bacso" userId="eb69b254fbf9f166" providerId="LiveId" clId="{36D63C1C-4F7D-4AF5-A32C-C0D69B5536B4}" dt="2023-06-01T13:23:19.130" v="191" actId="26606"/>
          <ac:spMkLst>
            <pc:docMk/>
            <pc:sldMk cId="3597114673" sldId="264"/>
            <ac:spMk id="23" creationId="{352BEC0E-22F8-46D0-9632-375DB541B06C}"/>
          </ac:spMkLst>
        </pc:spChg>
        <pc:spChg chg="del">
          <ac:chgData name="Janka Bacso" userId="eb69b254fbf9f166" providerId="LiveId" clId="{36D63C1C-4F7D-4AF5-A32C-C0D69B5536B4}" dt="2023-06-01T13:23:19.130" v="191" actId="26606"/>
          <ac:spMkLst>
            <pc:docMk/>
            <pc:sldMk cId="3597114673" sldId="264"/>
            <ac:spMk id="25" creationId="{3FCFB1DE-0B7E-48CC-BA90-B2AB0889F9D6}"/>
          </ac:spMkLst>
        </pc:spChg>
        <pc:spChg chg="add del">
          <ac:chgData name="Janka Bacso" userId="eb69b254fbf9f166" providerId="LiveId" clId="{36D63C1C-4F7D-4AF5-A32C-C0D69B5536B4}" dt="2023-06-01T13:24:40.967" v="194" actId="26606"/>
          <ac:spMkLst>
            <pc:docMk/>
            <pc:sldMk cId="3597114673" sldId="264"/>
            <ac:spMk id="30" creationId="{E18F6E8B-15ED-43C7-94BA-91549A651C73}"/>
          </ac:spMkLst>
        </pc:spChg>
        <pc:spChg chg="add del">
          <ac:chgData name="Janka Bacso" userId="eb69b254fbf9f166" providerId="LiveId" clId="{36D63C1C-4F7D-4AF5-A32C-C0D69B5536B4}" dt="2023-06-01T13:24:40.967" v="194" actId="26606"/>
          <ac:spMkLst>
            <pc:docMk/>
            <pc:sldMk cId="3597114673" sldId="264"/>
            <ac:spMk id="37" creationId="{B81933D1-5615-42C7-9C0B-4EB7105CCE2D}"/>
          </ac:spMkLst>
        </pc:spChg>
        <pc:spChg chg="add del">
          <ac:chgData name="Janka Bacso" userId="eb69b254fbf9f166" providerId="LiveId" clId="{36D63C1C-4F7D-4AF5-A32C-C0D69B5536B4}" dt="2023-06-01T13:24:40.967" v="194" actId="26606"/>
          <ac:spMkLst>
            <pc:docMk/>
            <pc:sldMk cId="3597114673" sldId="264"/>
            <ac:spMk id="39" creationId="{B089A89A-1E9C-4761-9DFF-53C275FBF870}"/>
          </ac:spMkLst>
        </pc:spChg>
        <pc:spChg chg="add del">
          <ac:chgData name="Janka Bacso" userId="eb69b254fbf9f166" providerId="LiveId" clId="{36D63C1C-4F7D-4AF5-A32C-C0D69B5536B4}" dt="2023-06-01T13:24:40.967" v="194" actId="26606"/>
          <ac:spMkLst>
            <pc:docMk/>
            <pc:sldMk cId="3597114673" sldId="264"/>
            <ac:spMk id="41" creationId="{19C9EAEA-39D0-4B0E-A0EB-51E7B26740B1}"/>
          </ac:spMkLst>
        </pc:spChg>
        <pc:spChg chg="add del">
          <ac:chgData name="Janka Bacso" userId="eb69b254fbf9f166" providerId="LiveId" clId="{36D63C1C-4F7D-4AF5-A32C-C0D69B5536B4}" dt="2023-06-01T13:24:40.956" v="193" actId="26606"/>
          <ac:spMkLst>
            <pc:docMk/>
            <pc:sldMk cId="3597114673" sldId="264"/>
            <ac:spMk id="46" creationId="{FB33DC6A-1F1C-4A06-834E-CFF88F1C0BB9}"/>
          </ac:spMkLst>
        </pc:spChg>
        <pc:spChg chg="add del">
          <ac:chgData name="Janka Bacso" userId="eb69b254fbf9f166" providerId="LiveId" clId="{36D63C1C-4F7D-4AF5-A32C-C0D69B5536B4}" dt="2023-06-01T13:24:40.956" v="193" actId="26606"/>
          <ac:spMkLst>
            <pc:docMk/>
            <pc:sldMk cId="3597114673" sldId="264"/>
            <ac:spMk id="48" creationId="{0FE1D5CF-87B8-4A8A-AD3C-01D06A60769B}"/>
          </ac:spMkLst>
        </pc:spChg>
        <pc:spChg chg="add del">
          <ac:chgData name="Janka Bacso" userId="eb69b254fbf9f166" providerId="LiveId" clId="{36D63C1C-4F7D-4AF5-A32C-C0D69B5536B4}" dt="2023-06-01T13:24:40.956" v="193" actId="26606"/>
          <ac:spMkLst>
            <pc:docMk/>
            <pc:sldMk cId="3597114673" sldId="264"/>
            <ac:spMk id="50" creationId="{60926200-45C2-41E9-839F-31CD5FE4CD59}"/>
          </ac:spMkLst>
        </pc:spChg>
        <pc:spChg chg="add del">
          <ac:chgData name="Janka Bacso" userId="eb69b254fbf9f166" providerId="LiveId" clId="{36D63C1C-4F7D-4AF5-A32C-C0D69B5536B4}" dt="2023-06-01T13:24:40.956" v="193" actId="26606"/>
          <ac:spMkLst>
            <pc:docMk/>
            <pc:sldMk cId="3597114673" sldId="264"/>
            <ac:spMk id="52" creationId="{AF2F604E-43BE-4DC3-B983-E071523364F8}"/>
          </ac:spMkLst>
        </pc:spChg>
        <pc:spChg chg="add del">
          <ac:chgData name="Janka Bacso" userId="eb69b254fbf9f166" providerId="LiveId" clId="{36D63C1C-4F7D-4AF5-A32C-C0D69B5536B4}" dt="2023-06-01T13:24:40.956" v="193" actId="26606"/>
          <ac:spMkLst>
            <pc:docMk/>
            <pc:sldMk cId="3597114673" sldId="264"/>
            <ac:spMk id="54" creationId="{08C9B587-E65E-4B52-B37C-ABEBB6E87928}"/>
          </ac:spMkLst>
        </pc:spChg>
        <pc:spChg chg="add del">
          <ac:chgData name="Janka Bacso" userId="eb69b254fbf9f166" providerId="LiveId" clId="{36D63C1C-4F7D-4AF5-A32C-C0D69B5536B4}" dt="2023-06-01T13:25:24.957" v="209" actId="26606"/>
          <ac:spMkLst>
            <pc:docMk/>
            <pc:sldMk cId="3597114673" sldId="264"/>
            <ac:spMk id="56" creationId="{352BEC0E-22F8-46D0-9632-375DB541B06C}"/>
          </ac:spMkLst>
        </pc:spChg>
        <pc:spChg chg="add del">
          <ac:chgData name="Janka Bacso" userId="eb69b254fbf9f166" providerId="LiveId" clId="{36D63C1C-4F7D-4AF5-A32C-C0D69B5536B4}" dt="2023-06-01T13:25:24.957" v="209" actId="26606"/>
          <ac:spMkLst>
            <pc:docMk/>
            <pc:sldMk cId="3597114673" sldId="264"/>
            <ac:spMk id="57" creationId="{3FCFB1DE-0B7E-48CC-BA90-B2AB0889F9D6}"/>
          </ac:spMkLst>
        </pc:spChg>
        <pc:spChg chg="add del">
          <ac:chgData name="Janka Bacso" userId="eb69b254fbf9f166" providerId="LiveId" clId="{36D63C1C-4F7D-4AF5-A32C-C0D69B5536B4}" dt="2023-06-01T13:25:22.069" v="204" actId="26606"/>
          <ac:spMkLst>
            <pc:docMk/>
            <pc:sldMk cId="3597114673" sldId="264"/>
            <ac:spMk id="62" creationId="{5AC1364A-3E3D-4F0D-8776-78AF3A270DD6}"/>
          </ac:spMkLst>
        </pc:spChg>
        <pc:spChg chg="add del">
          <ac:chgData name="Janka Bacso" userId="eb69b254fbf9f166" providerId="LiveId" clId="{36D63C1C-4F7D-4AF5-A32C-C0D69B5536B4}" dt="2023-06-01T13:25:22.069" v="204" actId="26606"/>
          <ac:spMkLst>
            <pc:docMk/>
            <pc:sldMk cId="3597114673" sldId="264"/>
            <ac:spMk id="64" creationId="{3FCFB1DE-0B7E-48CC-BA90-B2AB0889F9D6}"/>
          </ac:spMkLst>
        </pc:spChg>
        <pc:spChg chg="add del">
          <ac:chgData name="Janka Bacso" userId="eb69b254fbf9f166" providerId="LiveId" clId="{36D63C1C-4F7D-4AF5-A32C-C0D69B5536B4}" dt="2023-06-01T13:25:23.069" v="206" actId="26606"/>
          <ac:spMkLst>
            <pc:docMk/>
            <pc:sldMk cId="3597114673" sldId="264"/>
            <ac:spMk id="66" creationId="{60926200-45C2-41E9-839F-31CD5FE4CD59}"/>
          </ac:spMkLst>
        </pc:spChg>
        <pc:spChg chg="add del">
          <ac:chgData name="Janka Bacso" userId="eb69b254fbf9f166" providerId="LiveId" clId="{36D63C1C-4F7D-4AF5-A32C-C0D69B5536B4}" dt="2023-06-01T13:25:23.069" v="206" actId="26606"/>
          <ac:spMkLst>
            <pc:docMk/>
            <pc:sldMk cId="3597114673" sldId="264"/>
            <ac:spMk id="67" creationId="{FB33DC6A-1F1C-4A06-834E-CFF88F1C0BB9}"/>
          </ac:spMkLst>
        </pc:spChg>
        <pc:spChg chg="add del">
          <ac:chgData name="Janka Bacso" userId="eb69b254fbf9f166" providerId="LiveId" clId="{36D63C1C-4F7D-4AF5-A32C-C0D69B5536B4}" dt="2023-06-01T13:25:23.069" v="206" actId="26606"/>
          <ac:spMkLst>
            <pc:docMk/>
            <pc:sldMk cId="3597114673" sldId="264"/>
            <ac:spMk id="68" creationId="{AF2F604E-43BE-4DC3-B983-E071523364F8}"/>
          </ac:spMkLst>
        </pc:spChg>
        <pc:spChg chg="add del">
          <ac:chgData name="Janka Bacso" userId="eb69b254fbf9f166" providerId="LiveId" clId="{36D63C1C-4F7D-4AF5-A32C-C0D69B5536B4}" dt="2023-06-01T13:25:23.069" v="206" actId="26606"/>
          <ac:spMkLst>
            <pc:docMk/>
            <pc:sldMk cId="3597114673" sldId="264"/>
            <ac:spMk id="69" creationId="{0FE1D5CF-87B8-4A8A-AD3C-01D06A60769B}"/>
          </ac:spMkLst>
        </pc:spChg>
        <pc:spChg chg="add del">
          <ac:chgData name="Janka Bacso" userId="eb69b254fbf9f166" providerId="LiveId" clId="{36D63C1C-4F7D-4AF5-A32C-C0D69B5536B4}" dt="2023-06-01T13:25:23.069" v="206" actId="26606"/>
          <ac:spMkLst>
            <pc:docMk/>
            <pc:sldMk cId="3597114673" sldId="264"/>
            <ac:spMk id="70" creationId="{08C9B587-E65E-4B52-B37C-ABEBB6E87928}"/>
          </ac:spMkLst>
        </pc:spChg>
        <pc:spChg chg="add del">
          <ac:chgData name="Janka Bacso" userId="eb69b254fbf9f166" providerId="LiveId" clId="{36D63C1C-4F7D-4AF5-A32C-C0D69B5536B4}" dt="2023-06-01T13:25:24.943" v="208" actId="26606"/>
          <ac:spMkLst>
            <pc:docMk/>
            <pc:sldMk cId="3597114673" sldId="264"/>
            <ac:spMk id="72" creationId="{44082A5B-F755-4852-AFA8-F9A408B661B6}"/>
          </ac:spMkLst>
        </pc:spChg>
        <pc:spChg chg="add del">
          <ac:chgData name="Janka Bacso" userId="eb69b254fbf9f166" providerId="LiveId" clId="{36D63C1C-4F7D-4AF5-A32C-C0D69B5536B4}" dt="2023-06-01T13:25:24.943" v="208" actId="26606"/>
          <ac:spMkLst>
            <pc:docMk/>
            <pc:sldMk cId="3597114673" sldId="264"/>
            <ac:spMk id="73" creationId="{6F456E5B-C5E0-4CFC-8016-0F3B3A65D3D4}"/>
          </ac:spMkLst>
        </pc:spChg>
        <pc:spChg chg="add del">
          <ac:chgData name="Janka Bacso" userId="eb69b254fbf9f166" providerId="LiveId" clId="{36D63C1C-4F7D-4AF5-A32C-C0D69B5536B4}" dt="2023-06-01T13:25:32.306" v="214" actId="26606"/>
          <ac:spMkLst>
            <pc:docMk/>
            <pc:sldMk cId="3597114673" sldId="264"/>
            <ac:spMk id="75" creationId="{B87C619C-EBAB-488E-96B9-153AA4C9B440}"/>
          </ac:spMkLst>
        </pc:spChg>
        <pc:spChg chg="add del">
          <ac:chgData name="Janka Bacso" userId="eb69b254fbf9f166" providerId="LiveId" clId="{36D63C1C-4F7D-4AF5-A32C-C0D69B5536B4}" dt="2023-06-01T13:25:32.306" v="214" actId="26606"/>
          <ac:spMkLst>
            <pc:docMk/>
            <pc:sldMk cId="3597114673" sldId="264"/>
            <ac:spMk id="76" creationId="{130DA1C1-36FD-41D8-9826-EE797BF39BAB}"/>
          </ac:spMkLst>
        </pc:spChg>
        <pc:spChg chg="add del">
          <ac:chgData name="Janka Bacso" userId="eb69b254fbf9f166" providerId="LiveId" clId="{36D63C1C-4F7D-4AF5-A32C-C0D69B5536B4}" dt="2023-06-01T13:25:32.306" v="214" actId="26606"/>
          <ac:spMkLst>
            <pc:docMk/>
            <pc:sldMk cId="3597114673" sldId="264"/>
            <ac:spMk id="77" creationId="{35BC54F7-1315-4D6C-9420-A5BF0CDDBC04}"/>
          </ac:spMkLst>
        </pc:spChg>
        <pc:spChg chg="add del">
          <ac:chgData name="Janka Bacso" userId="eb69b254fbf9f166" providerId="LiveId" clId="{36D63C1C-4F7D-4AF5-A32C-C0D69B5536B4}" dt="2023-06-01T15:37:43.397" v="852"/>
          <ac:spMkLst>
            <pc:docMk/>
            <pc:sldMk cId="3597114673" sldId="264"/>
            <ac:spMk id="82" creationId="{352BEC0E-22F8-46D0-9632-375DB541B06C}"/>
          </ac:spMkLst>
        </pc:spChg>
        <pc:spChg chg="add del">
          <ac:chgData name="Janka Bacso" userId="eb69b254fbf9f166" providerId="LiveId" clId="{36D63C1C-4F7D-4AF5-A32C-C0D69B5536B4}" dt="2023-06-01T15:37:43.397" v="852"/>
          <ac:spMkLst>
            <pc:docMk/>
            <pc:sldMk cId="3597114673" sldId="264"/>
            <ac:spMk id="84" creationId="{3FCFB1DE-0B7E-48CC-BA90-B2AB0889F9D6}"/>
          </ac:spMkLst>
        </pc:spChg>
        <pc:grpChg chg="add del">
          <ac:chgData name="Janka Bacso" userId="eb69b254fbf9f166" providerId="LiveId" clId="{36D63C1C-4F7D-4AF5-A32C-C0D69B5536B4}" dt="2023-06-01T13:24:40.967" v="194" actId="26606"/>
          <ac:grpSpMkLst>
            <pc:docMk/>
            <pc:sldMk cId="3597114673" sldId="264"/>
            <ac:grpSpMk id="32" creationId="{032D8612-31EB-44CF-A1D0-14FD4C705424}"/>
          </ac:grpSpMkLst>
        </pc:grpChg>
        <pc:picChg chg="del">
          <ac:chgData name="Janka Bacso" userId="eb69b254fbf9f166" providerId="LiveId" clId="{36D63C1C-4F7D-4AF5-A32C-C0D69B5536B4}" dt="2023-06-01T13:21:01.112" v="159" actId="478"/>
          <ac:picMkLst>
            <pc:docMk/>
            <pc:sldMk cId="3597114673" sldId="264"/>
            <ac:picMk id="5" creationId="{617FFEB2-D274-5056-47A5-469FB5B3AF4E}"/>
          </ac:picMkLst>
        </pc:picChg>
        <pc:picChg chg="del">
          <ac:chgData name="Janka Bacso" userId="eb69b254fbf9f166" providerId="LiveId" clId="{36D63C1C-4F7D-4AF5-A32C-C0D69B5536B4}" dt="2023-06-01T13:21:02.138" v="160" actId="478"/>
          <ac:picMkLst>
            <pc:docMk/>
            <pc:sldMk cId="3597114673" sldId="264"/>
            <ac:picMk id="7" creationId="{8BC92ED9-3484-B86E-F6B4-24A834F22E8F}"/>
          </ac:picMkLst>
        </pc:picChg>
        <pc:picChg chg="add del mod ord modCrop">
          <ac:chgData name="Janka Bacso" userId="eb69b254fbf9f166" providerId="LiveId" clId="{36D63C1C-4F7D-4AF5-A32C-C0D69B5536B4}" dt="2023-06-01T16:42:22.416" v="1312" actId="21"/>
          <ac:picMkLst>
            <pc:docMk/>
            <pc:sldMk cId="3597114673" sldId="264"/>
            <ac:picMk id="8" creationId="{0203783C-C109-FAF4-F442-1C1F1F3E000A}"/>
          </ac:picMkLst>
        </pc:picChg>
        <pc:picChg chg="add del mod modCrop">
          <ac:chgData name="Janka Bacso" userId="eb69b254fbf9f166" providerId="LiveId" clId="{36D63C1C-4F7D-4AF5-A32C-C0D69B5536B4}" dt="2023-06-01T16:42:34.095" v="1315" actId="21"/>
          <ac:picMkLst>
            <pc:docMk/>
            <pc:sldMk cId="3597114673" sldId="264"/>
            <ac:picMk id="10" creationId="{1486BF5C-D35A-11ED-A4E6-1E31906E6BF3}"/>
          </ac:picMkLst>
        </pc:picChg>
      </pc:sldChg>
      <pc:sldChg chg="delSp modSp del mod modNotesTx">
        <pc:chgData name="Janka Bacso" userId="eb69b254fbf9f166" providerId="LiveId" clId="{36D63C1C-4F7D-4AF5-A32C-C0D69B5536B4}" dt="2023-06-01T13:52:22.596" v="540" actId="47"/>
        <pc:sldMkLst>
          <pc:docMk/>
          <pc:sldMk cId="1198027604" sldId="265"/>
        </pc:sldMkLst>
        <pc:spChg chg="mod">
          <ac:chgData name="Janka Bacso" userId="eb69b254fbf9f166" providerId="LiveId" clId="{36D63C1C-4F7D-4AF5-A32C-C0D69B5536B4}" dt="2023-06-01T13:44:03.348" v="539" actId="1076"/>
          <ac:spMkLst>
            <pc:docMk/>
            <pc:sldMk cId="1198027604" sldId="265"/>
            <ac:spMk id="2" creationId="{3053428E-2C65-D26A-9831-B50572395C7F}"/>
          </ac:spMkLst>
        </pc:spChg>
        <pc:spChg chg="del mod">
          <ac:chgData name="Janka Bacso" userId="eb69b254fbf9f166" providerId="LiveId" clId="{36D63C1C-4F7D-4AF5-A32C-C0D69B5536B4}" dt="2023-06-01T13:36:08.824" v="429"/>
          <ac:spMkLst>
            <pc:docMk/>
            <pc:sldMk cId="1198027604" sldId="265"/>
            <ac:spMk id="3" creationId="{EE3EAC41-4F2F-82A8-4E2F-907C499EF738}"/>
          </ac:spMkLst>
        </pc:spChg>
        <pc:graphicFrameChg chg="modGraphic">
          <ac:chgData name="Janka Bacso" userId="eb69b254fbf9f166" providerId="LiveId" clId="{36D63C1C-4F7D-4AF5-A32C-C0D69B5536B4}" dt="2023-06-01T13:44:00.008" v="538" actId="6549"/>
          <ac:graphicFrameMkLst>
            <pc:docMk/>
            <pc:sldMk cId="1198027604" sldId="265"/>
            <ac:graphicFrameMk id="5" creationId="{D96BBDA0-F6C6-42E6-C645-67C1D3971079}"/>
          </ac:graphicFrameMkLst>
        </pc:graphicFrameChg>
      </pc:sldChg>
      <pc:sldChg chg="addSp delSp modSp mod delDesignElem">
        <pc:chgData name="Janka Bacso" userId="eb69b254fbf9f166" providerId="LiveId" clId="{36D63C1C-4F7D-4AF5-A32C-C0D69B5536B4}" dt="2023-06-01T21:21:18.801" v="2290" actId="20577"/>
        <pc:sldMkLst>
          <pc:docMk/>
          <pc:sldMk cId="4202423539" sldId="266"/>
        </pc:sldMkLst>
        <pc:spChg chg="mod">
          <ac:chgData name="Janka Bacso" userId="eb69b254fbf9f166" providerId="LiveId" clId="{36D63C1C-4F7D-4AF5-A32C-C0D69B5536B4}" dt="2023-06-01T13:18:51.313" v="108" actId="26606"/>
          <ac:spMkLst>
            <pc:docMk/>
            <pc:sldMk cId="4202423539" sldId="266"/>
            <ac:spMk id="2" creationId="{3053428E-2C65-D26A-9831-B50572395C7F}"/>
          </ac:spMkLst>
        </pc:spChg>
        <pc:spChg chg="mod ord">
          <ac:chgData name="Janka Bacso" userId="eb69b254fbf9f166" providerId="LiveId" clId="{36D63C1C-4F7D-4AF5-A32C-C0D69B5536B4}" dt="2023-06-01T21:21:18.801" v="2290" actId="20577"/>
          <ac:spMkLst>
            <pc:docMk/>
            <pc:sldMk cId="4202423539" sldId="266"/>
            <ac:spMk id="4" creationId="{85AC247D-0B09-717D-C8E3-42A7DC31FFD8}"/>
          </ac:spMkLst>
        </pc:spChg>
        <pc:spChg chg="add del mod">
          <ac:chgData name="Janka Bacso" userId="eb69b254fbf9f166" providerId="LiveId" clId="{36D63C1C-4F7D-4AF5-A32C-C0D69B5536B4}" dt="2023-06-01T16:40:18.473" v="1303" actId="27636"/>
          <ac:spMkLst>
            <pc:docMk/>
            <pc:sldMk cId="4202423539" sldId="266"/>
            <ac:spMk id="5" creationId="{BC1D6BBB-DA2F-DBEF-7703-938A0DBEA682}"/>
          </ac:spMkLst>
        </pc:spChg>
        <pc:spChg chg="add mod">
          <ac:chgData name="Janka Bacso" userId="eb69b254fbf9f166" providerId="LiveId" clId="{36D63C1C-4F7D-4AF5-A32C-C0D69B5536B4}" dt="2023-06-01T15:58:23.973" v="1166" actId="1076"/>
          <ac:spMkLst>
            <pc:docMk/>
            <pc:sldMk cId="4202423539" sldId="266"/>
            <ac:spMk id="12" creationId="{DA5D7636-BE60-DB9B-F19B-E4825300251D}"/>
          </ac:spMkLst>
        </pc:spChg>
        <pc:spChg chg="add mod">
          <ac:chgData name="Janka Bacso" userId="eb69b254fbf9f166" providerId="LiveId" clId="{36D63C1C-4F7D-4AF5-A32C-C0D69B5536B4}" dt="2023-06-01T15:57:58.527" v="1164" actId="1076"/>
          <ac:spMkLst>
            <pc:docMk/>
            <pc:sldMk cId="4202423539" sldId="266"/>
            <ac:spMk id="13" creationId="{26D348A2-5926-0D7D-CD94-CB0DAB89CCC9}"/>
          </ac:spMkLst>
        </pc:spChg>
        <pc:spChg chg="add del">
          <ac:chgData name="Janka Bacso" userId="eb69b254fbf9f166" providerId="LiveId" clId="{36D63C1C-4F7D-4AF5-A32C-C0D69B5536B4}" dt="2023-06-01T13:18:51.313" v="108" actId="26606"/>
          <ac:spMkLst>
            <pc:docMk/>
            <pc:sldMk cId="4202423539" sldId="266"/>
            <ac:spMk id="17" creationId="{100EDD19-6802-4EC3-95CE-CFFAB042CFD6}"/>
          </ac:spMkLst>
        </pc:spChg>
        <pc:spChg chg="add del">
          <ac:chgData name="Janka Bacso" userId="eb69b254fbf9f166" providerId="LiveId" clId="{36D63C1C-4F7D-4AF5-A32C-C0D69B5536B4}" dt="2023-06-01T13:18:51.313" v="108" actId="26606"/>
          <ac:spMkLst>
            <pc:docMk/>
            <pc:sldMk cId="4202423539" sldId="266"/>
            <ac:spMk id="18" creationId="{DB17E863-922E-4C26-BD64-E8FD41D28661}"/>
          </ac:spMkLst>
        </pc:spChg>
        <pc:spChg chg="add del">
          <ac:chgData name="Janka Bacso" userId="eb69b254fbf9f166" providerId="LiveId" clId="{36D63C1C-4F7D-4AF5-A32C-C0D69B5536B4}" dt="2023-06-01T13:18:51.303" v="107" actId="26606"/>
          <ac:spMkLst>
            <pc:docMk/>
            <pc:sldMk cId="4202423539" sldId="266"/>
            <ac:spMk id="23" creationId="{23CBEF12-C9B8-466E-A7FE-B00B9ADF4303}"/>
          </ac:spMkLst>
        </pc:spChg>
        <pc:spChg chg="add del">
          <ac:chgData name="Janka Bacso" userId="eb69b254fbf9f166" providerId="LiveId" clId="{36D63C1C-4F7D-4AF5-A32C-C0D69B5536B4}" dt="2023-06-01T15:37:43.397" v="852"/>
          <ac:spMkLst>
            <pc:docMk/>
            <pc:sldMk cId="4202423539" sldId="266"/>
            <ac:spMk id="25" creationId="{35D99776-4B38-47DF-A302-11AD9AF87ACA}"/>
          </ac:spMkLst>
        </pc:spChg>
        <pc:spChg chg="add del">
          <ac:chgData name="Janka Bacso" userId="eb69b254fbf9f166" providerId="LiveId" clId="{36D63C1C-4F7D-4AF5-A32C-C0D69B5536B4}" dt="2023-06-01T15:37:43.397" v="852"/>
          <ac:spMkLst>
            <pc:docMk/>
            <pc:sldMk cId="4202423539" sldId="266"/>
            <ac:spMk id="26" creationId="{A51A0227-072A-4F5F-928C-E2C3E5CCD10C}"/>
          </ac:spMkLst>
        </pc:spChg>
        <pc:graphicFrameChg chg="del">
          <ac:chgData name="Janka Bacso" userId="eb69b254fbf9f166" providerId="LiveId" clId="{36D63C1C-4F7D-4AF5-A32C-C0D69B5536B4}" dt="2023-06-01T13:18:28.825" v="103" actId="478"/>
          <ac:graphicFrameMkLst>
            <pc:docMk/>
            <pc:sldMk cId="4202423539" sldId="266"/>
            <ac:graphicFrameMk id="6" creationId="{C73F9525-5F6A-50DD-4893-9FFE1DCD6A07}"/>
          </ac:graphicFrameMkLst>
        </pc:graphicFrameChg>
        <pc:picChg chg="add del mod">
          <ac:chgData name="Janka Bacso" userId="eb69b254fbf9f166" providerId="LiveId" clId="{36D63C1C-4F7D-4AF5-A32C-C0D69B5536B4}" dt="2023-06-01T13:35:10.516" v="383"/>
          <ac:picMkLst>
            <pc:docMk/>
            <pc:sldMk cId="4202423539" sldId="266"/>
            <ac:picMk id="7" creationId="{067BAFB2-CCAD-ACA9-6786-D170C6A1E78F}"/>
          </ac:picMkLst>
        </pc:picChg>
        <pc:picChg chg="del">
          <ac:chgData name="Janka Bacso" userId="eb69b254fbf9f166" providerId="LiveId" clId="{36D63C1C-4F7D-4AF5-A32C-C0D69B5536B4}" dt="2023-06-01T13:18:19.114" v="98" actId="478"/>
          <ac:picMkLst>
            <pc:docMk/>
            <pc:sldMk cId="4202423539" sldId="266"/>
            <ac:picMk id="8" creationId="{96C2BE2C-87B3-EECC-D4E6-2118BCC5A0BF}"/>
          </ac:picMkLst>
        </pc:picChg>
        <pc:picChg chg="del">
          <ac:chgData name="Janka Bacso" userId="eb69b254fbf9f166" providerId="LiveId" clId="{36D63C1C-4F7D-4AF5-A32C-C0D69B5536B4}" dt="2023-06-01T13:18:19.944" v="99" actId="478"/>
          <ac:picMkLst>
            <pc:docMk/>
            <pc:sldMk cId="4202423539" sldId="266"/>
            <ac:picMk id="9" creationId="{8ABB28F9-5877-803B-C14D-EF4533CD2654}"/>
          </ac:picMkLst>
        </pc:picChg>
        <pc:picChg chg="mod ord">
          <ac:chgData name="Janka Bacso" userId="eb69b254fbf9f166" providerId="LiveId" clId="{36D63C1C-4F7D-4AF5-A32C-C0D69B5536B4}" dt="2023-06-01T15:56:33.325" v="1140" actId="14100"/>
          <ac:picMkLst>
            <pc:docMk/>
            <pc:sldMk cId="4202423539" sldId="266"/>
            <ac:picMk id="10" creationId="{44058555-2F6B-178E-5AA1-0E651E422EF0}"/>
          </ac:picMkLst>
        </pc:picChg>
        <pc:picChg chg="mod ord">
          <ac:chgData name="Janka Bacso" userId="eb69b254fbf9f166" providerId="LiveId" clId="{36D63C1C-4F7D-4AF5-A32C-C0D69B5536B4}" dt="2023-06-01T15:56:29.965" v="1138" actId="14100"/>
          <ac:picMkLst>
            <pc:docMk/>
            <pc:sldMk cId="4202423539" sldId="266"/>
            <ac:picMk id="11" creationId="{77470F62-4425-EE71-6A90-D599ACAE6548}"/>
          </ac:picMkLst>
        </pc:picChg>
      </pc:sldChg>
      <pc:sldChg chg="addSp delSp modSp mod delDesignElem modNotesTx">
        <pc:chgData name="Janka Bacso" userId="eb69b254fbf9f166" providerId="LiveId" clId="{36D63C1C-4F7D-4AF5-A32C-C0D69B5536B4}" dt="2023-06-01T21:20:59.871" v="2278" actId="20577"/>
        <pc:sldMkLst>
          <pc:docMk/>
          <pc:sldMk cId="2885032005" sldId="267"/>
        </pc:sldMkLst>
        <pc:spChg chg="mod">
          <ac:chgData name="Janka Bacso" userId="eb69b254fbf9f166" providerId="LiveId" clId="{36D63C1C-4F7D-4AF5-A32C-C0D69B5536B4}" dt="2023-06-01T21:20:59.871" v="2278" actId="20577"/>
          <ac:spMkLst>
            <pc:docMk/>
            <pc:sldMk cId="2885032005" sldId="267"/>
            <ac:spMk id="4" creationId="{85AC247D-0B09-717D-C8E3-42A7DC31FFD8}"/>
          </ac:spMkLst>
        </pc:spChg>
        <pc:spChg chg="add del">
          <ac:chgData name="Janka Bacso" userId="eb69b254fbf9f166" providerId="LiveId" clId="{36D63C1C-4F7D-4AF5-A32C-C0D69B5536B4}" dt="2023-06-01T15:37:43.397" v="852"/>
          <ac:spMkLst>
            <pc:docMk/>
            <pc:sldMk cId="2885032005" sldId="267"/>
            <ac:spMk id="23" creationId="{3B47FC9C-2ED3-4100-A4EF-E8CDFEE106C9}"/>
          </ac:spMkLst>
        </pc:spChg>
      </pc:sldChg>
      <pc:sldChg chg="addSp delSp modSp mod delDesignElem">
        <pc:chgData name="Janka Bacso" userId="eb69b254fbf9f166" providerId="LiveId" clId="{36D63C1C-4F7D-4AF5-A32C-C0D69B5536B4}" dt="2023-06-01T21:20:34.525" v="2268" actId="20577"/>
        <pc:sldMkLst>
          <pc:docMk/>
          <pc:sldMk cId="3509469923" sldId="268"/>
        </pc:sldMkLst>
        <pc:spChg chg="mod">
          <ac:chgData name="Janka Bacso" userId="eb69b254fbf9f166" providerId="LiveId" clId="{36D63C1C-4F7D-4AF5-A32C-C0D69B5536B4}" dt="2023-06-01T13:28:53.127" v="329" actId="20577"/>
          <ac:spMkLst>
            <pc:docMk/>
            <pc:sldMk cId="3509469923" sldId="268"/>
            <ac:spMk id="3" creationId="{751882D4-5DC7-9C3A-DE64-418E17DB66EE}"/>
          </ac:spMkLst>
        </pc:spChg>
        <pc:spChg chg="mod">
          <ac:chgData name="Janka Bacso" userId="eb69b254fbf9f166" providerId="LiveId" clId="{36D63C1C-4F7D-4AF5-A32C-C0D69B5536B4}" dt="2023-06-01T21:20:34.525" v="2268" actId="20577"/>
          <ac:spMkLst>
            <pc:docMk/>
            <pc:sldMk cId="3509469923" sldId="268"/>
            <ac:spMk id="4" creationId="{85AC247D-0B09-717D-C8E3-42A7DC31FFD8}"/>
          </ac:spMkLst>
        </pc:spChg>
        <pc:spChg chg="add del">
          <ac:chgData name="Janka Bacso" userId="eb69b254fbf9f166" providerId="LiveId" clId="{36D63C1C-4F7D-4AF5-A32C-C0D69B5536B4}" dt="2023-06-01T15:37:43.397" v="852"/>
          <ac:spMkLst>
            <pc:docMk/>
            <pc:sldMk cId="3509469923" sldId="268"/>
            <ac:spMk id="17" creationId="{100EDD19-6802-4EC3-95CE-CFFAB042CFD6}"/>
          </ac:spMkLst>
        </pc:spChg>
        <pc:spChg chg="add del">
          <ac:chgData name="Janka Bacso" userId="eb69b254fbf9f166" providerId="LiveId" clId="{36D63C1C-4F7D-4AF5-A32C-C0D69B5536B4}" dt="2023-06-01T15:37:43.397" v="852"/>
          <ac:spMkLst>
            <pc:docMk/>
            <pc:sldMk cId="3509469923" sldId="268"/>
            <ac:spMk id="18" creationId="{DB17E863-922E-4C26-BD64-E8FD41D28661}"/>
          </ac:spMkLst>
        </pc:spChg>
      </pc:sldChg>
      <pc:sldChg chg="addSp delSp modSp del mod">
        <pc:chgData name="Janka Bacso" userId="eb69b254fbf9f166" providerId="LiveId" clId="{36D63C1C-4F7D-4AF5-A32C-C0D69B5536B4}" dt="2023-06-01T15:19:47.299" v="552" actId="47"/>
        <pc:sldMkLst>
          <pc:docMk/>
          <pc:sldMk cId="1510066829" sldId="270"/>
        </pc:sldMkLst>
        <pc:spChg chg="mod ord">
          <ac:chgData name="Janka Bacso" userId="eb69b254fbf9f166" providerId="LiveId" clId="{36D63C1C-4F7D-4AF5-A32C-C0D69B5536B4}" dt="2023-06-01T13:43:27.642" v="527" actId="14100"/>
          <ac:spMkLst>
            <pc:docMk/>
            <pc:sldMk cId="1510066829" sldId="270"/>
            <ac:spMk id="2" creationId="{3053428E-2C65-D26A-9831-B50572395C7F}"/>
          </ac:spMkLst>
        </pc:spChg>
        <pc:spChg chg="add del mod">
          <ac:chgData name="Janka Bacso" userId="eb69b254fbf9f166" providerId="LiveId" clId="{36D63C1C-4F7D-4AF5-A32C-C0D69B5536B4}" dt="2023-06-01T13:41:28.106" v="500" actId="478"/>
          <ac:spMkLst>
            <pc:docMk/>
            <pc:sldMk cId="1510066829" sldId="270"/>
            <ac:spMk id="3" creationId="{CDE9679E-80FA-62E2-C505-8DFB3A7624A8}"/>
          </ac:spMkLst>
        </pc:spChg>
        <pc:spChg chg="mod">
          <ac:chgData name="Janka Bacso" userId="eb69b254fbf9f166" providerId="LiveId" clId="{36D63C1C-4F7D-4AF5-A32C-C0D69B5536B4}" dt="2023-06-01T13:42:55.683" v="520" actId="1076"/>
          <ac:spMkLst>
            <pc:docMk/>
            <pc:sldMk cId="1510066829" sldId="270"/>
            <ac:spMk id="4" creationId="{85AC247D-0B09-717D-C8E3-42A7DC31FFD8}"/>
          </ac:spMkLst>
        </pc:spChg>
        <pc:spChg chg="mod">
          <ac:chgData name="Janka Bacso" userId="eb69b254fbf9f166" providerId="LiveId" clId="{36D63C1C-4F7D-4AF5-A32C-C0D69B5536B4}" dt="2023-06-01T13:41:47.898" v="504" actId="26606"/>
          <ac:spMkLst>
            <pc:docMk/>
            <pc:sldMk cId="1510066829" sldId="270"/>
            <ac:spMk id="24" creationId="{3B47FC9C-2ED3-4100-A4EF-E8CDFEE106C9}"/>
          </ac:spMkLst>
        </pc:spChg>
        <pc:spChg chg="add">
          <ac:chgData name="Janka Bacso" userId="eb69b254fbf9f166" providerId="LiveId" clId="{36D63C1C-4F7D-4AF5-A32C-C0D69B5536B4}" dt="2023-06-01T13:41:47.898" v="504" actId="26606"/>
          <ac:spMkLst>
            <pc:docMk/>
            <pc:sldMk cId="1510066829" sldId="270"/>
            <ac:spMk id="26" creationId="{955A2079-FA98-4876-80F0-72364A7D2EA4}"/>
          </ac:spMkLst>
        </pc:spChg>
        <pc:picChg chg="mod">
          <ac:chgData name="Janka Bacso" userId="eb69b254fbf9f166" providerId="LiveId" clId="{36D63C1C-4F7D-4AF5-A32C-C0D69B5536B4}" dt="2023-06-01T15:17:33.184" v="544" actId="1076"/>
          <ac:picMkLst>
            <pc:docMk/>
            <pc:sldMk cId="1510066829" sldId="270"/>
            <ac:picMk id="7" creationId="{6C02702F-A947-F5F2-59C8-A777E113E8AB}"/>
          </ac:picMkLst>
        </pc:picChg>
        <pc:picChg chg="mod">
          <ac:chgData name="Janka Bacso" userId="eb69b254fbf9f166" providerId="LiveId" clId="{36D63C1C-4F7D-4AF5-A32C-C0D69B5536B4}" dt="2023-06-01T15:17:44.832" v="547" actId="1076"/>
          <ac:picMkLst>
            <pc:docMk/>
            <pc:sldMk cId="1510066829" sldId="270"/>
            <ac:picMk id="8" creationId="{9BB32E81-B931-F27D-0B13-A52BD08F7712}"/>
          </ac:picMkLst>
        </pc:picChg>
        <pc:picChg chg="mod">
          <ac:chgData name="Janka Bacso" userId="eb69b254fbf9f166" providerId="LiveId" clId="{36D63C1C-4F7D-4AF5-A32C-C0D69B5536B4}" dt="2023-06-01T15:17:27.701" v="542" actId="1076"/>
          <ac:picMkLst>
            <pc:docMk/>
            <pc:sldMk cId="1510066829" sldId="270"/>
            <ac:picMk id="10" creationId="{742C2788-531D-2DFD-6CA4-70303FDCCF4D}"/>
          </ac:picMkLst>
        </pc:picChg>
        <pc:picChg chg="mod">
          <ac:chgData name="Janka Bacso" userId="eb69b254fbf9f166" providerId="LiveId" clId="{36D63C1C-4F7D-4AF5-A32C-C0D69B5536B4}" dt="2023-06-01T13:43:11.651" v="523" actId="1076"/>
          <ac:picMkLst>
            <pc:docMk/>
            <pc:sldMk cId="1510066829" sldId="270"/>
            <ac:picMk id="11" creationId="{F7420157-0242-1EF8-47E9-48B27B8CB960}"/>
          </ac:picMkLst>
        </pc:picChg>
        <pc:picChg chg="mod">
          <ac:chgData name="Janka Bacso" userId="eb69b254fbf9f166" providerId="LiveId" clId="{36D63C1C-4F7D-4AF5-A32C-C0D69B5536B4}" dt="2023-06-01T13:43:11.651" v="523" actId="1076"/>
          <ac:picMkLst>
            <pc:docMk/>
            <pc:sldMk cId="1510066829" sldId="270"/>
            <ac:picMk id="12" creationId="{11F17E52-A016-ECFC-A1ED-9479A87C67B8}"/>
          </ac:picMkLst>
        </pc:picChg>
        <pc:picChg chg="mod">
          <ac:chgData name="Janka Bacso" userId="eb69b254fbf9f166" providerId="LiveId" clId="{36D63C1C-4F7D-4AF5-A32C-C0D69B5536B4}" dt="2023-06-01T13:43:11.651" v="523" actId="1076"/>
          <ac:picMkLst>
            <pc:docMk/>
            <pc:sldMk cId="1510066829" sldId="270"/>
            <ac:picMk id="13" creationId="{3E6FB299-2EC0-B734-422A-0089A89E5A5B}"/>
          </ac:picMkLst>
        </pc:picChg>
        <pc:picChg chg="mod">
          <ac:chgData name="Janka Bacso" userId="eb69b254fbf9f166" providerId="LiveId" clId="{36D63C1C-4F7D-4AF5-A32C-C0D69B5536B4}" dt="2023-06-01T13:43:11.651" v="523" actId="1076"/>
          <ac:picMkLst>
            <pc:docMk/>
            <pc:sldMk cId="1510066829" sldId="270"/>
            <ac:picMk id="14" creationId="{1BACBFD3-A6BD-479B-2CFE-CE59935A274D}"/>
          </ac:picMkLst>
        </pc:picChg>
        <pc:picChg chg="mod">
          <ac:chgData name="Janka Bacso" userId="eb69b254fbf9f166" providerId="LiveId" clId="{36D63C1C-4F7D-4AF5-A32C-C0D69B5536B4}" dt="2023-06-01T13:43:11.651" v="523" actId="1076"/>
          <ac:picMkLst>
            <pc:docMk/>
            <pc:sldMk cId="1510066829" sldId="270"/>
            <ac:picMk id="15" creationId="{CBE39511-7E48-ECB2-F331-35ADB3841593}"/>
          </ac:picMkLst>
        </pc:picChg>
        <pc:picChg chg="mod">
          <ac:chgData name="Janka Bacso" userId="eb69b254fbf9f166" providerId="LiveId" clId="{36D63C1C-4F7D-4AF5-A32C-C0D69B5536B4}" dt="2023-06-01T15:17:41.800" v="546" actId="1076"/>
          <ac:picMkLst>
            <pc:docMk/>
            <pc:sldMk cId="1510066829" sldId="270"/>
            <ac:picMk id="16" creationId="{629E95F8-4D91-55B0-0EC5-50E2F258EF6C}"/>
          </ac:picMkLst>
        </pc:picChg>
        <pc:picChg chg="mod">
          <ac:chgData name="Janka Bacso" userId="eb69b254fbf9f166" providerId="LiveId" clId="{36D63C1C-4F7D-4AF5-A32C-C0D69B5536B4}" dt="2023-06-01T15:17:36.421" v="545" actId="1076"/>
          <ac:picMkLst>
            <pc:docMk/>
            <pc:sldMk cId="1510066829" sldId="270"/>
            <ac:picMk id="19" creationId="{442FD544-C5A3-C72C-29FA-DED45F7D3C3A}"/>
          </ac:picMkLst>
        </pc:picChg>
        <pc:cxnChg chg="add del">
          <ac:chgData name="Janka Bacso" userId="eb69b254fbf9f166" providerId="LiveId" clId="{36D63C1C-4F7D-4AF5-A32C-C0D69B5536B4}" dt="2023-06-01T13:41:18.541" v="497" actId="26606"/>
          <ac:cxnSpMkLst>
            <pc:docMk/>
            <pc:sldMk cId="1510066829" sldId="270"/>
            <ac:cxnSpMk id="29" creationId="{E12350F3-DB83-413A-980B-1CEB92498664}"/>
          </ac:cxnSpMkLst>
        </pc:cxnChg>
      </pc:sldChg>
      <pc:sldChg chg="addSp delSp modSp mod delDesignElem modNotesTx">
        <pc:chgData name="Janka Bacso" userId="eb69b254fbf9f166" providerId="LiveId" clId="{36D63C1C-4F7D-4AF5-A32C-C0D69B5536B4}" dt="2023-06-01T21:20:52.050" v="2273" actId="20577"/>
        <pc:sldMkLst>
          <pc:docMk/>
          <pc:sldMk cId="2688104618" sldId="271"/>
        </pc:sldMkLst>
        <pc:spChg chg="mod">
          <ac:chgData name="Janka Bacso" userId="eb69b254fbf9f166" providerId="LiveId" clId="{36D63C1C-4F7D-4AF5-A32C-C0D69B5536B4}" dt="2023-06-01T21:20:52.050" v="2273" actId="20577"/>
          <ac:spMkLst>
            <pc:docMk/>
            <pc:sldMk cId="2688104618" sldId="271"/>
            <ac:spMk id="4" creationId="{85AC247D-0B09-717D-C8E3-42A7DC31FFD8}"/>
          </ac:spMkLst>
        </pc:spChg>
        <pc:spChg chg="add del">
          <ac:chgData name="Janka Bacso" userId="eb69b254fbf9f166" providerId="LiveId" clId="{36D63C1C-4F7D-4AF5-A32C-C0D69B5536B4}" dt="2023-06-01T15:37:43.397" v="852"/>
          <ac:spMkLst>
            <pc:docMk/>
            <pc:sldMk cId="2688104618" sldId="271"/>
            <ac:spMk id="23" creationId="{3B47FC9C-2ED3-4100-A4EF-E8CDFEE106C9}"/>
          </ac:spMkLst>
        </pc:spChg>
      </pc:sldChg>
      <pc:sldChg chg="del">
        <pc:chgData name="Janka Bacso" userId="eb69b254fbf9f166" providerId="LiveId" clId="{36D63C1C-4F7D-4AF5-A32C-C0D69B5536B4}" dt="2023-06-01T13:19:50.847" v="110" actId="47"/>
        <pc:sldMkLst>
          <pc:docMk/>
          <pc:sldMk cId="2757202793" sldId="272"/>
        </pc:sldMkLst>
      </pc:sldChg>
      <pc:sldChg chg="addSp delSp modSp add mod setBg delDesignElem">
        <pc:chgData name="Janka Bacso" userId="eb69b254fbf9f166" providerId="LiveId" clId="{36D63C1C-4F7D-4AF5-A32C-C0D69B5536B4}" dt="2023-06-01T21:21:08.047" v="2284" actId="20577"/>
        <pc:sldMkLst>
          <pc:docMk/>
          <pc:sldMk cId="3063588607" sldId="272"/>
        </pc:sldMkLst>
        <pc:spChg chg="mod">
          <ac:chgData name="Janka Bacso" userId="eb69b254fbf9f166" providerId="LiveId" clId="{36D63C1C-4F7D-4AF5-A32C-C0D69B5536B4}" dt="2023-06-01T15:19:56.178" v="554" actId="1076"/>
          <ac:spMkLst>
            <pc:docMk/>
            <pc:sldMk cId="3063588607" sldId="272"/>
            <ac:spMk id="2" creationId="{3053428E-2C65-D26A-9831-B50572395C7F}"/>
          </ac:spMkLst>
        </pc:spChg>
        <pc:spChg chg="add del mod">
          <ac:chgData name="Janka Bacso" userId="eb69b254fbf9f166" providerId="LiveId" clId="{36D63C1C-4F7D-4AF5-A32C-C0D69B5536B4}" dt="2023-06-01T15:19:56.697" v="556"/>
          <ac:spMkLst>
            <pc:docMk/>
            <pc:sldMk cId="3063588607" sldId="272"/>
            <ac:spMk id="3" creationId="{9A67B55A-3A8E-CCE9-3263-81FD6F61123D}"/>
          </ac:spMkLst>
        </pc:spChg>
        <pc:spChg chg="mod">
          <ac:chgData name="Janka Bacso" userId="eb69b254fbf9f166" providerId="LiveId" clId="{36D63C1C-4F7D-4AF5-A32C-C0D69B5536B4}" dt="2023-06-01T21:21:08.047" v="2284" actId="20577"/>
          <ac:spMkLst>
            <pc:docMk/>
            <pc:sldMk cId="3063588607" sldId="272"/>
            <ac:spMk id="4" creationId="{85AC247D-0B09-717D-C8E3-42A7DC31FFD8}"/>
          </ac:spMkLst>
        </pc:spChg>
        <pc:spChg chg="add mod">
          <ac:chgData name="Janka Bacso" userId="eb69b254fbf9f166" providerId="LiveId" clId="{36D63C1C-4F7D-4AF5-A32C-C0D69B5536B4}" dt="2023-06-01T16:43:59.165" v="1326" actId="20577"/>
          <ac:spMkLst>
            <pc:docMk/>
            <pc:sldMk cId="3063588607" sldId="272"/>
            <ac:spMk id="5" creationId="{555BC809-FF27-4464-2AE9-2411A8791C75}"/>
          </ac:spMkLst>
        </pc:spChg>
        <pc:spChg chg="del">
          <ac:chgData name="Janka Bacso" userId="eb69b254fbf9f166" providerId="LiveId" clId="{36D63C1C-4F7D-4AF5-A32C-C0D69B5536B4}" dt="2023-06-01T15:19:23.146" v="549"/>
          <ac:spMkLst>
            <pc:docMk/>
            <pc:sldMk cId="3063588607" sldId="272"/>
            <ac:spMk id="24" creationId="{3B47FC9C-2ED3-4100-A4EF-E8CDFEE106C9}"/>
          </ac:spMkLst>
        </pc:spChg>
        <pc:picChg chg="mod">
          <ac:chgData name="Janka Bacso" userId="eb69b254fbf9f166" providerId="LiveId" clId="{36D63C1C-4F7D-4AF5-A32C-C0D69B5536B4}" dt="2023-06-01T15:19:31.918" v="550" actId="1076"/>
          <ac:picMkLst>
            <pc:docMk/>
            <pc:sldMk cId="3063588607" sldId="272"/>
            <ac:picMk id="7" creationId="{6C02702F-A947-F5F2-59C8-A777E113E8AB}"/>
          </ac:picMkLst>
        </pc:picChg>
        <pc:picChg chg="mod">
          <ac:chgData name="Janka Bacso" userId="eb69b254fbf9f166" providerId="LiveId" clId="{36D63C1C-4F7D-4AF5-A32C-C0D69B5536B4}" dt="2023-06-01T15:19:31.918" v="550" actId="1076"/>
          <ac:picMkLst>
            <pc:docMk/>
            <pc:sldMk cId="3063588607" sldId="272"/>
            <ac:picMk id="8" creationId="{9BB32E81-B931-F27D-0B13-A52BD08F7712}"/>
          </ac:picMkLst>
        </pc:picChg>
        <pc:picChg chg="mod">
          <ac:chgData name="Janka Bacso" userId="eb69b254fbf9f166" providerId="LiveId" clId="{36D63C1C-4F7D-4AF5-A32C-C0D69B5536B4}" dt="2023-06-01T15:19:31.918" v="550" actId="1076"/>
          <ac:picMkLst>
            <pc:docMk/>
            <pc:sldMk cId="3063588607" sldId="272"/>
            <ac:picMk id="10" creationId="{742C2788-531D-2DFD-6CA4-70303FDCCF4D}"/>
          </ac:picMkLst>
        </pc:picChg>
        <pc:picChg chg="mod">
          <ac:chgData name="Janka Bacso" userId="eb69b254fbf9f166" providerId="LiveId" clId="{36D63C1C-4F7D-4AF5-A32C-C0D69B5536B4}" dt="2023-06-01T15:19:31.918" v="550" actId="1076"/>
          <ac:picMkLst>
            <pc:docMk/>
            <pc:sldMk cId="3063588607" sldId="272"/>
            <ac:picMk id="11" creationId="{F7420157-0242-1EF8-47E9-48B27B8CB960}"/>
          </ac:picMkLst>
        </pc:picChg>
        <pc:picChg chg="mod">
          <ac:chgData name="Janka Bacso" userId="eb69b254fbf9f166" providerId="LiveId" clId="{36D63C1C-4F7D-4AF5-A32C-C0D69B5536B4}" dt="2023-06-01T15:19:31.918" v="550" actId="1076"/>
          <ac:picMkLst>
            <pc:docMk/>
            <pc:sldMk cId="3063588607" sldId="272"/>
            <ac:picMk id="12" creationId="{11F17E52-A016-ECFC-A1ED-9479A87C67B8}"/>
          </ac:picMkLst>
        </pc:picChg>
        <pc:picChg chg="mod">
          <ac:chgData name="Janka Bacso" userId="eb69b254fbf9f166" providerId="LiveId" clId="{36D63C1C-4F7D-4AF5-A32C-C0D69B5536B4}" dt="2023-06-01T15:19:31.918" v="550" actId="1076"/>
          <ac:picMkLst>
            <pc:docMk/>
            <pc:sldMk cId="3063588607" sldId="272"/>
            <ac:picMk id="13" creationId="{3E6FB299-2EC0-B734-422A-0089A89E5A5B}"/>
          </ac:picMkLst>
        </pc:picChg>
        <pc:picChg chg="mod">
          <ac:chgData name="Janka Bacso" userId="eb69b254fbf9f166" providerId="LiveId" clId="{36D63C1C-4F7D-4AF5-A32C-C0D69B5536B4}" dt="2023-06-01T15:19:31.918" v="550" actId="1076"/>
          <ac:picMkLst>
            <pc:docMk/>
            <pc:sldMk cId="3063588607" sldId="272"/>
            <ac:picMk id="14" creationId="{1BACBFD3-A6BD-479B-2CFE-CE59935A274D}"/>
          </ac:picMkLst>
        </pc:picChg>
        <pc:picChg chg="mod">
          <ac:chgData name="Janka Bacso" userId="eb69b254fbf9f166" providerId="LiveId" clId="{36D63C1C-4F7D-4AF5-A32C-C0D69B5536B4}" dt="2023-06-01T15:19:31.918" v="550" actId="1076"/>
          <ac:picMkLst>
            <pc:docMk/>
            <pc:sldMk cId="3063588607" sldId="272"/>
            <ac:picMk id="15" creationId="{CBE39511-7E48-ECB2-F331-35ADB3841593}"/>
          </ac:picMkLst>
        </pc:picChg>
        <pc:picChg chg="mod">
          <ac:chgData name="Janka Bacso" userId="eb69b254fbf9f166" providerId="LiveId" clId="{36D63C1C-4F7D-4AF5-A32C-C0D69B5536B4}" dt="2023-06-01T15:19:31.918" v="550" actId="1076"/>
          <ac:picMkLst>
            <pc:docMk/>
            <pc:sldMk cId="3063588607" sldId="272"/>
            <ac:picMk id="16" creationId="{629E95F8-4D91-55B0-0EC5-50E2F258EF6C}"/>
          </ac:picMkLst>
        </pc:picChg>
        <pc:picChg chg="mod">
          <ac:chgData name="Janka Bacso" userId="eb69b254fbf9f166" providerId="LiveId" clId="{36D63C1C-4F7D-4AF5-A32C-C0D69B5536B4}" dt="2023-06-01T15:19:31.918" v="550" actId="1076"/>
          <ac:picMkLst>
            <pc:docMk/>
            <pc:sldMk cId="3063588607" sldId="272"/>
            <ac:picMk id="19" creationId="{442FD544-C5A3-C72C-29FA-DED45F7D3C3A}"/>
          </ac:picMkLst>
        </pc:picChg>
      </pc:sldChg>
      <pc:sldChg chg="addSp delSp modSp add mod setBg modNotesTx">
        <pc:chgData name="Janka Bacso" userId="eb69b254fbf9f166" providerId="LiveId" clId="{36D63C1C-4F7D-4AF5-A32C-C0D69B5536B4}" dt="2023-06-01T21:21:27.556" v="2297" actId="20577"/>
        <pc:sldMkLst>
          <pc:docMk/>
          <pc:sldMk cId="1909767168" sldId="273"/>
        </pc:sldMkLst>
        <pc:spChg chg="mod">
          <ac:chgData name="Janka Bacso" userId="eb69b254fbf9f166" providerId="LiveId" clId="{36D63C1C-4F7D-4AF5-A32C-C0D69B5536B4}" dt="2023-06-01T15:40:56.188" v="909" actId="26606"/>
          <ac:spMkLst>
            <pc:docMk/>
            <pc:sldMk cId="1909767168" sldId="273"/>
            <ac:spMk id="2" creationId="{3053428E-2C65-D26A-9831-B50572395C7F}"/>
          </ac:spMkLst>
        </pc:spChg>
        <pc:spChg chg="mod">
          <ac:chgData name="Janka Bacso" userId="eb69b254fbf9f166" providerId="LiveId" clId="{36D63C1C-4F7D-4AF5-A32C-C0D69B5536B4}" dt="2023-06-01T16:56:17.316" v="1565" actId="114"/>
          <ac:spMkLst>
            <pc:docMk/>
            <pc:sldMk cId="1909767168" sldId="273"/>
            <ac:spMk id="3" creationId="{751882D4-5DC7-9C3A-DE64-418E17DB66EE}"/>
          </ac:spMkLst>
        </pc:spChg>
        <pc:spChg chg="mod">
          <ac:chgData name="Janka Bacso" userId="eb69b254fbf9f166" providerId="LiveId" clId="{36D63C1C-4F7D-4AF5-A32C-C0D69B5536B4}" dt="2023-06-01T21:21:27.556" v="2297" actId="20577"/>
          <ac:spMkLst>
            <pc:docMk/>
            <pc:sldMk cId="1909767168" sldId="273"/>
            <ac:spMk id="4" creationId="{85AC247D-0B09-717D-C8E3-42A7DC31FFD8}"/>
          </ac:spMkLst>
        </pc:spChg>
        <pc:spChg chg="add mod">
          <ac:chgData name="Janka Bacso" userId="eb69b254fbf9f166" providerId="LiveId" clId="{36D63C1C-4F7D-4AF5-A32C-C0D69B5536B4}" dt="2023-06-01T16:43:31.755" v="1320" actId="1076"/>
          <ac:spMkLst>
            <pc:docMk/>
            <pc:sldMk cId="1909767168" sldId="273"/>
            <ac:spMk id="15" creationId="{084CB8F9-6EDE-49EB-B5A0-96B6943ABEC1}"/>
          </ac:spMkLst>
        </pc:spChg>
        <pc:spChg chg="del">
          <ac:chgData name="Janka Bacso" userId="eb69b254fbf9f166" providerId="LiveId" clId="{36D63C1C-4F7D-4AF5-A32C-C0D69B5536B4}" dt="2023-06-01T15:39:57.286" v="889" actId="26606"/>
          <ac:spMkLst>
            <pc:docMk/>
            <pc:sldMk cId="1909767168" sldId="273"/>
            <ac:spMk id="82" creationId="{352BEC0E-22F8-46D0-9632-375DB541B06C}"/>
          </ac:spMkLst>
        </pc:spChg>
        <pc:spChg chg="del">
          <ac:chgData name="Janka Bacso" userId="eb69b254fbf9f166" providerId="LiveId" clId="{36D63C1C-4F7D-4AF5-A32C-C0D69B5536B4}" dt="2023-06-01T15:39:57.286" v="889" actId="26606"/>
          <ac:spMkLst>
            <pc:docMk/>
            <pc:sldMk cId="1909767168" sldId="273"/>
            <ac:spMk id="84" creationId="{3FCFB1DE-0B7E-48CC-BA90-B2AB0889F9D6}"/>
          </ac:spMkLst>
        </pc:spChg>
        <pc:spChg chg="add del">
          <ac:chgData name="Janka Bacso" userId="eb69b254fbf9f166" providerId="LiveId" clId="{36D63C1C-4F7D-4AF5-A32C-C0D69B5536B4}" dt="2023-06-01T15:40:56.188" v="909" actId="26606"/>
          <ac:spMkLst>
            <pc:docMk/>
            <pc:sldMk cId="1909767168" sldId="273"/>
            <ac:spMk id="89" creationId="{149FB5C3-7336-4FE0-A30C-CC0A3646D499}"/>
          </ac:spMkLst>
        </pc:spChg>
        <pc:spChg chg="add del">
          <ac:chgData name="Janka Bacso" userId="eb69b254fbf9f166" providerId="LiveId" clId="{36D63C1C-4F7D-4AF5-A32C-C0D69B5536B4}" dt="2023-06-01T15:40:56.188" v="909" actId="26606"/>
          <ac:spMkLst>
            <pc:docMk/>
            <pc:sldMk cId="1909767168" sldId="273"/>
            <ac:spMk id="95" creationId="{0DA909B4-15FF-46A6-8A7F-7AEF977FE9ED}"/>
          </ac:spMkLst>
        </pc:spChg>
        <pc:spChg chg="add del">
          <ac:chgData name="Janka Bacso" userId="eb69b254fbf9f166" providerId="LiveId" clId="{36D63C1C-4F7D-4AF5-A32C-C0D69B5536B4}" dt="2023-06-01T15:40:56.188" v="909" actId="26606"/>
          <ac:spMkLst>
            <pc:docMk/>
            <pc:sldMk cId="1909767168" sldId="273"/>
            <ac:spMk id="97" creationId="{1382A32C-5B0C-4B1C-A074-76C6DBCC9F87}"/>
          </ac:spMkLst>
        </pc:spChg>
        <pc:spChg chg="add">
          <ac:chgData name="Janka Bacso" userId="eb69b254fbf9f166" providerId="LiveId" clId="{36D63C1C-4F7D-4AF5-A32C-C0D69B5536B4}" dt="2023-06-01T15:40:56.188" v="909" actId="26606"/>
          <ac:spMkLst>
            <pc:docMk/>
            <pc:sldMk cId="1909767168" sldId="273"/>
            <ac:spMk id="99" creationId="{8F7AFB9A-7364-478C-B48B-8523CDD9AE8D}"/>
          </ac:spMkLst>
        </pc:spChg>
        <pc:spChg chg="add">
          <ac:chgData name="Janka Bacso" userId="eb69b254fbf9f166" providerId="LiveId" clId="{36D63C1C-4F7D-4AF5-A32C-C0D69B5536B4}" dt="2023-06-01T15:40:56.188" v="909" actId="26606"/>
          <ac:spMkLst>
            <pc:docMk/>
            <pc:sldMk cId="1909767168" sldId="273"/>
            <ac:spMk id="100" creationId="{36678033-86B6-40E6-BE90-78D8ED4E3A31}"/>
          </ac:spMkLst>
        </pc:spChg>
        <pc:spChg chg="add del">
          <ac:chgData name="Janka Bacso" userId="eb69b254fbf9f166" providerId="LiveId" clId="{36D63C1C-4F7D-4AF5-A32C-C0D69B5536B4}" dt="2023-06-01T15:40:50.888" v="908" actId="26606"/>
          <ac:spMkLst>
            <pc:docMk/>
            <pc:sldMk cId="1909767168" sldId="273"/>
            <ac:spMk id="102" creationId="{352BEC0E-22F8-46D0-9632-375DB541B06C}"/>
          </ac:spMkLst>
        </pc:spChg>
        <pc:spChg chg="add del">
          <ac:chgData name="Janka Bacso" userId="eb69b254fbf9f166" providerId="LiveId" clId="{36D63C1C-4F7D-4AF5-A32C-C0D69B5536B4}" dt="2023-06-01T15:40:50.888" v="908" actId="26606"/>
          <ac:spMkLst>
            <pc:docMk/>
            <pc:sldMk cId="1909767168" sldId="273"/>
            <ac:spMk id="104" creationId="{3FCFB1DE-0B7E-48CC-BA90-B2AB0889F9D6}"/>
          </ac:spMkLst>
        </pc:spChg>
        <pc:spChg chg="add">
          <ac:chgData name="Janka Bacso" userId="eb69b254fbf9f166" providerId="LiveId" clId="{36D63C1C-4F7D-4AF5-A32C-C0D69B5536B4}" dt="2023-06-01T15:40:56.188" v="909" actId="26606"/>
          <ac:spMkLst>
            <pc:docMk/>
            <pc:sldMk cId="1909767168" sldId="273"/>
            <ac:spMk id="106" creationId="{D2542E1A-076E-4A34-BB67-2BF961754E0C}"/>
          </ac:spMkLst>
        </pc:spChg>
        <pc:spChg chg="add">
          <ac:chgData name="Janka Bacso" userId="eb69b254fbf9f166" providerId="LiveId" clId="{36D63C1C-4F7D-4AF5-A32C-C0D69B5536B4}" dt="2023-06-01T15:40:56.188" v="909" actId="26606"/>
          <ac:spMkLst>
            <pc:docMk/>
            <pc:sldMk cId="1909767168" sldId="273"/>
            <ac:spMk id="108" creationId="{75C56826-D4E5-42ED-8529-079651CB3005}"/>
          </ac:spMkLst>
        </pc:spChg>
        <pc:spChg chg="add">
          <ac:chgData name="Janka Bacso" userId="eb69b254fbf9f166" providerId="LiveId" clId="{36D63C1C-4F7D-4AF5-A32C-C0D69B5536B4}" dt="2023-06-01T15:40:56.188" v="909" actId="26606"/>
          <ac:spMkLst>
            <pc:docMk/>
            <pc:sldMk cId="1909767168" sldId="273"/>
            <ac:spMk id="110" creationId="{82095FCE-EF05-4443-B97A-85DEE3A5CA17}"/>
          </ac:spMkLst>
        </pc:spChg>
        <pc:grpChg chg="mod">
          <ac:chgData name="Janka Bacso" userId="eb69b254fbf9f166" providerId="LiveId" clId="{36D63C1C-4F7D-4AF5-A32C-C0D69B5536B4}" dt="2023-06-01T15:41:50.612" v="930"/>
          <ac:grpSpMkLst>
            <pc:docMk/>
            <pc:sldMk cId="1909767168" sldId="273"/>
            <ac:grpSpMk id="11" creationId="{6F900C20-DCB5-219F-73EB-2794105FA7C5}"/>
          </ac:grpSpMkLst>
        </pc:grpChg>
        <pc:grpChg chg="mod">
          <ac:chgData name="Janka Bacso" userId="eb69b254fbf9f166" providerId="LiveId" clId="{36D63C1C-4F7D-4AF5-A32C-C0D69B5536B4}" dt="2023-06-01T15:42:24.994" v="967"/>
          <ac:grpSpMkLst>
            <pc:docMk/>
            <pc:sldMk cId="1909767168" sldId="273"/>
            <ac:grpSpMk id="13" creationId="{D997DDCB-6C67-1B2F-F859-F28C9B1246B0}"/>
          </ac:grpSpMkLst>
        </pc:grpChg>
        <pc:grpChg chg="add del mod">
          <ac:chgData name="Janka Bacso" userId="eb69b254fbf9f166" providerId="LiveId" clId="{36D63C1C-4F7D-4AF5-A32C-C0D69B5536B4}" dt="2023-06-01T15:42:24.098" v="964"/>
          <ac:grpSpMkLst>
            <pc:docMk/>
            <pc:sldMk cId="1909767168" sldId="273"/>
            <ac:grpSpMk id="18" creationId="{A4D4560D-B1CD-1F28-0910-EE1E2C483BE9}"/>
          </ac:grpSpMkLst>
        </pc:grpChg>
        <pc:grpChg chg="mod">
          <ac:chgData name="Janka Bacso" userId="eb69b254fbf9f166" providerId="LiveId" clId="{36D63C1C-4F7D-4AF5-A32C-C0D69B5536B4}" dt="2023-06-01T15:42:10.483" v="946"/>
          <ac:grpSpMkLst>
            <pc:docMk/>
            <pc:sldMk cId="1909767168" sldId="273"/>
            <ac:grpSpMk id="22" creationId="{07047814-666F-81E2-C390-100DEBD974C7}"/>
          </ac:grpSpMkLst>
        </pc:grpChg>
        <pc:grpChg chg="add del mod">
          <ac:chgData name="Janka Bacso" userId="eb69b254fbf9f166" providerId="LiveId" clId="{36D63C1C-4F7D-4AF5-A32C-C0D69B5536B4}" dt="2023-06-01T15:42:23.378" v="961"/>
          <ac:grpSpMkLst>
            <pc:docMk/>
            <pc:sldMk cId="1909767168" sldId="273"/>
            <ac:grpSpMk id="25" creationId="{91CEB015-E76C-E3A6-8036-60C071A94546}"/>
          </ac:grpSpMkLst>
        </pc:grpChg>
        <pc:grpChg chg="add del mod">
          <ac:chgData name="Janka Bacso" userId="eb69b254fbf9f166" providerId="LiveId" clId="{36D63C1C-4F7D-4AF5-A32C-C0D69B5536B4}" dt="2023-06-01T15:42:23.028" v="959"/>
          <ac:grpSpMkLst>
            <pc:docMk/>
            <pc:sldMk cId="1909767168" sldId="273"/>
            <ac:grpSpMk id="27" creationId="{B059007A-BE46-2C83-BC79-E65413EF4DB2}"/>
          </ac:grpSpMkLst>
        </pc:grpChg>
        <pc:grpChg chg="mod">
          <ac:chgData name="Janka Bacso" userId="eb69b254fbf9f166" providerId="LiveId" clId="{36D63C1C-4F7D-4AF5-A32C-C0D69B5536B4}" dt="2023-06-01T15:42:22.716" v="957"/>
          <ac:grpSpMkLst>
            <pc:docMk/>
            <pc:sldMk cId="1909767168" sldId="273"/>
            <ac:grpSpMk id="29" creationId="{2A3C98F2-54E5-5D82-EDBF-BC1DD382025C}"/>
          </ac:grpSpMkLst>
        </pc:grpChg>
        <pc:grpChg chg="del mod">
          <ac:chgData name="Janka Bacso" userId="eb69b254fbf9f166" providerId="LiveId" clId="{36D63C1C-4F7D-4AF5-A32C-C0D69B5536B4}" dt="2023-06-01T15:43:21.524" v="980" actId="478"/>
          <ac:grpSpMkLst>
            <pc:docMk/>
            <pc:sldMk cId="1909767168" sldId="273"/>
            <ac:grpSpMk id="34" creationId="{FE47B60A-1EDE-A125-8CD0-6DE786D7A4D9}"/>
          </ac:grpSpMkLst>
        </pc:grpChg>
        <pc:grpChg chg="del mod">
          <ac:chgData name="Janka Bacso" userId="eb69b254fbf9f166" providerId="LiveId" clId="{36D63C1C-4F7D-4AF5-A32C-C0D69B5536B4}" dt="2023-06-01T15:43:08.932" v="975" actId="34122"/>
          <ac:grpSpMkLst>
            <pc:docMk/>
            <pc:sldMk cId="1909767168" sldId="273"/>
            <ac:grpSpMk id="35" creationId="{6C8B3657-B8F3-9863-6AB4-3C1706FC2CF1}"/>
          </ac:grpSpMkLst>
        </pc:grpChg>
        <pc:grpChg chg="add del">
          <ac:chgData name="Janka Bacso" userId="eb69b254fbf9f166" providerId="LiveId" clId="{36D63C1C-4F7D-4AF5-A32C-C0D69B5536B4}" dt="2023-06-01T15:40:56.188" v="909" actId="26606"/>
          <ac:grpSpMkLst>
            <pc:docMk/>
            <pc:sldMk cId="1909767168" sldId="273"/>
            <ac:grpSpMk id="91" creationId="{19A6B5CE-CB1D-48EE-8B43-E952235C8371}"/>
          </ac:grpSpMkLst>
        </pc:grpChg>
        <pc:picChg chg="mod">
          <ac:chgData name="Janka Bacso" userId="eb69b254fbf9f166" providerId="LiveId" clId="{36D63C1C-4F7D-4AF5-A32C-C0D69B5536B4}" dt="2023-06-01T16:43:31.755" v="1320" actId="1076"/>
          <ac:picMkLst>
            <pc:docMk/>
            <pc:sldMk cId="1909767168" sldId="273"/>
            <ac:picMk id="8" creationId="{0203783C-C109-FAF4-F442-1C1F1F3E000A}"/>
          </ac:picMkLst>
        </pc:picChg>
        <pc:picChg chg="mod">
          <ac:chgData name="Janka Bacso" userId="eb69b254fbf9f166" providerId="LiveId" clId="{36D63C1C-4F7D-4AF5-A32C-C0D69B5536B4}" dt="2023-06-01T16:43:31.755" v="1320" actId="1076"/>
          <ac:picMkLst>
            <pc:docMk/>
            <pc:sldMk cId="1909767168" sldId="273"/>
            <ac:picMk id="10" creationId="{1486BF5C-D35A-11ED-A4E6-1E31906E6BF3}"/>
          </ac:picMkLst>
        </pc:picChg>
        <pc:inkChg chg="add del mod">
          <ac:chgData name="Janka Bacso" userId="eb69b254fbf9f166" providerId="LiveId" clId="{36D63C1C-4F7D-4AF5-A32C-C0D69B5536B4}" dt="2023-06-01T15:42:25.681" v="969" actId="9405"/>
          <ac:inkMkLst>
            <pc:docMk/>
            <pc:sldMk cId="1909767168" sldId="273"/>
            <ac:inkMk id="5" creationId="{0A23A0EE-BA5E-2206-942A-3141D4ED88BD}"/>
          </ac:inkMkLst>
        </pc:inkChg>
        <pc:inkChg chg="add del mod">
          <ac:chgData name="Janka Bacso" userId="eb69b254fbf9f166" providerId="LiveId" clId="{36D63C1C-4F7D-4AF5-A32C-C0D69B5536B4}" dt="2023-06-01T15:42:25.377" v="968" actId="9405"/>
          <ac:inkMkLst>
            <pc:docMk/>
            <pc:sldMk cId="1909767168" sldId="273"/>
            <ac:inkMk id="6" creationId="{33781D9F-C120-D725-92A0-60F039559D85}"/>
          </ac:inkMkLst>
        </pc:inkChg>
        <pc:inkChg chg="add del mod">
          <ac:chgData name="Janka Bacso" userId="eb69b254fbf9f166" providerId="LiveId" clId="{36D63C1C-4F7D-4AF5-A32C-C0D69B5536B4}" dt="2023-06-01T15:41:51.106" v="931" actId="9405"/>
          <ac:inkMkLst>
            <pc:docMk/>
            <pc:sldMk cId="1909767168" sldId="273"/>
            <ac:inkMk id="7" creationId="{F98EB981-AF9D-17F3-79BB-8EC46E30734C}"/>
          </ac:inkMkLst>
        </pc:inkChg>
        <pc:inkChg chg="add del mod">
          <ac:chgData name="Janka Bacso" userId="eb69b254fbf9f166" providerId="LiveId" clId="{36D63C1C-4F7D-4AF5-A32C-C0D69B5536B4}" dt="2023-06-01T15:41:50.612" v="930"/>
          <ac:inkMkLst>
            <pc:docMk/>
            <pc:sldMk cId="1909767168" sldId="273"/>
            <ac:inkMk id="9" creationId="{6D9C8C3A-306E-257B-197E-61E5AA692175}"/>
          </ac:inkMkLst>
        </pc:inkChg>
        <pc:inkChg chg="add del mod">
          <ac:chgData name="Janka Bacso" userId="eb69b254fbf9f166" providerId="LiveId" clId="{36D63C1C-4F7D-4AF5-A32C-C0D69B5536B4}" dt="2023-06-01T15:42:24.994" v="967"/>
          <ac:inkMkLst>
            <pc:docMk/>
            <pc:sldMk cId="1909767168" sldId="273"/>
            <ac:inkMk id="12" creationId="{A9B60035-9423-CFD9-B06A-B3FE582C578E}"/>
          </ac:inkMkLst>
        </pc:inkChg>
        <pc:inkChg chg="add del">
          <ac:chgData name="Janka Bacso" userId="eb69b254fbf9f166" providerId="LiveId" clId="{36D63C1C-4F7D-4AF5-A32C-C0D69B5536B4}" dt="2023-06-01T15:41:58.052" v="935" actId="9405"/>
          <ac:inkMkLst>
            <pc:docMk/>
            <pc:sldMk cId="1909767168" sldId="273"/>
            <ac:inkMk id="14" creationId="{A675666E-E5E6-C743-BE45-522370489DBA}"/>
          </ac:inkMkLst>
        </pc:inkChg>
        <pc:inkChg chg="add del">
          <ac:chgData name="Janka Bacso" userId="eb69b254fbf9f166" providerId="LiveId" clId="{36D63C1C-4F7D-4AF5-A32C-C0D69B5536B4}" dt="2023-06-01T15:42:01.172" v="937" actId="9405"/>
          <ac:inkMkLst>
            <pc:docMk/>
            <pc:sldMk cId="1909767168" sldId="273"/>
            <ac:inkMk id="15" creationId="{FBA69750-BF7F-6B07-BEB4-1C92914A305D}"/>
          </ac:inkMkLst>
        </pc:inkChg>
        <pc:inkChg chg="add del mod">
          <ac:chgData name="Janka Bacso" userId="eb69b254fbf9f166" providerId="LiveId" clId="{36D63C1C-4F7D-4AF5-A32C-C0D69B5536B4}" dt="2023-06-01T15:42:24.529" v="965" actId="9405"/>
          <ac:inkMkLst>
            <pc:docMk/>
            <pc:sldMk cId="1909767168" sldId="273"/>
            <ac:inkMk id="16" creationId="{193C4233-957E-F22F-931C-A21DE4870583}"/>
          </ac:inkMkLst>
        </pc:inkChg>
        <pc:inkChg chg="add del mod">
          <ac:chgData name="Janka Bacso" userId="eb69b254fbf9f166" providerId="LiveId" clId="{36D63C1C-4F7D-4AF5-A32C-C0D69B5536B4}" dt="2023-06-01T15:42:24.098" v="964"/>
          <ac:inkMkLst>
            <pc:docMk/>
            <pc:sldMk cId="1909767168" sldId="273"/>
            <ac:inkMk id="17" creationId="{1E9AE128-4041-AAF0-9541-6173A8E48C31}"/>
          </ac:inkMkLst>
        </pc:inkChg>
        <pc:inkChg chg="add del mod">
          <ac:chgData name="Janka Bacso" userId="eb69b254fbf9f166" providerId="LiveId" clId="{36D63C1C-4F7D-4AF5-A32C-C0D69B5536B4}" dt="2023-06-01T15:42:13.997" v="948" actId="9405"/>
          <ac:inkMkLst>
            <pc:docMk/>
            <pc:sldMk cId="1909767168" sldId="273"/>
            <ac:inkMk id="19" creationId="{F6883260-8DD2-DEEE-6A77-740AD14C93EA}"/>
          </ac:inkMkLst>
        </pc:inkChg>
        <pc:inkChg chg="add del mod">
          <ac:chgData name="Janka Bacso" userId="eb69b254fbf9f166" providerId="LiveId" clId="{36D63C1C-4F7D-4AF5-A32C-C0D69B5536B4}" dt="2023-06-01T15:42:13.235" v="947" actId="9405"/>
          <ac:inkMkLst>
            <pc:docMk/>
            <pc:sldMk cId="1909767168" sldId="273"/>
            <ac:inkMk id="20" creationId="{8E2B0CBD-017B-4360-872A-C9D721A87F3E}"/>
          </ac:inkMkLst>
        </pc:inkChg>
        <pc:inkChg chg="add del mod">
          <ac:chgData name="Janka Bacso" userId="eb69b254fbf9f166" providerId="LiveId" clId="{36D63C1C-4F7D-4AF5-A32C-C0D69B5536B4}" dt="2023-06-01T15:42:10.483" v="946"/>
          <ac:inkMkLst>
            <pc:docMk/>
            <pc:sldMk cId="1909767168" sldId="273"/>
            <ac:inkMk id="21" creationId="{63BAECB5-697C-E270-CB07-D34D750F63BD}"/>
          </ac:inkMkLst>
        </pc:inkChg>
        <pc:inkChg chg="add del mod">
          <ac:chgData name="Janka Bacso" userId="eb69b254fbf9f166" providerId="LiveId" clId="{36D63C1C-4F7D-4AF5-A32C-C0D69B5536B4}" dt="2023-06-01T15:42:23.824" v="962" actId="9405"/>
          <ac:inkMkLst>
            <pc:docMk/>
            <pc:sldMk cId="1909767168" sldId="273"/>
            <ac:inkMk id="23" creationId="{D35B7ED3-BEC0-41EA-59B3-6FDA77060395}"/>
          </ac:inkMkLst>
        </pc:inkChg>
        <pc:inkChg chg="add del mod">
          <ac:chgData name="Janka Bacso" userId="eb69b254fbf9f166" providerId="LiveId" clId="{36D63C1C-4F7D-4AF5-A32C-C0D69B5536B4}" dt="2023-06-01T15:42:23.378" v="961"/>
          <ac:inkMkLst>
            <pc:docMk/>
            <pc:sldMk cId="1909767168" sldId="273"/>
            <ac:inkMk id="24" creationId="{359663B7-0781-C357-EF0E-4C4F1CA4542F}"/>
          </ac:inkMkLst>
        </pc:inkChg>
        <pc:inkChg chg="add del mod">
          <ac:chgData name="Janka Bacso" userId="eb69b254fbf9f166" providerId="LiveId" clId="{36D63C1C-4F7D-4AF5-A32C-C0D69B5536B4}" dt="2023-06-01T15:42:23.028" v="959"/>
          <ac:inkMkLst>
            <pc:docMk/>
            <pc:sldMk cId="1909767168" sldId="273"/>
            <ac:inkMk id="26" creationId="{FDFAE7C0-2E0D-9D4E-A6F6-CAE31A09F563}"/>
          </ac:inkMkLst>
        </pc:inkChg>
        <pc:inkChg chg="add del mod">
          <ac:chgData name="Janka Bacso" userId="eb69b254fbf9f166" providerId="LiveId" clId="{36D63C1C-4F7D-4AF5-A32C-C0D69B5536B4}" dt="2023-06-01T15:42:22.716" v="957"/>
          <ac:inkMkLst>
            <pc:docMk/>
            <pc:sldMk cId="1909767168" sldId="273"/>
            <ac:inkMk id="28" creationId="{4ADD48C2-34BF-DA1E-DB2F-4D5D2B6E1BEF}"/>
          </ac:inkMkLst>
        </pc:inkChg>
        <pc:inkChg chg="add del mod topLvl">
          <ac:chgData name="Janka Bacso" userId="eb69b254fbf9f166" providerId="LiveId" clId="{36D63C1C-4F7D-4AF5-A32C-C0D69B5536B4}" dt="2023-06-01T15:43:08.932" v="975" actId="34122"/>
          <ac:inkMkLst>
            <pc:docMk/>
            <pc:sldMk cId="1909767168" sldId="273"/>
            <ac:inkMk id="30" creationId="{FE7A2BCB-AD27-73FA-21ED-73EE13B5E4E9}"/>
          </ac:inkMkLst>
        </pc:inkChg>
        <pc:inkChg chg="add del mod topLvl">
          <ac:chgData name="Janka Bacso" userId="eb69b254fbf9f166" providerId="LiveId" clId="{36D63C1C-4F7D-4AF5-A32C-C0D69B5536B4}" dt="2023-06-01T15:43:08.932" v="975" actId="34122"/>
          <ac:inkMkLst>
            <pc:docMk/>
            <pc:sldMk cId="1909767168" sldId="273"/>
            <ac:inkMk id="31" creationId="{DFDF8E01-3787-0EB4-C8D5-2D667293F807}"/>
          </ac:inkMkLst>
        </pc:inkChg>
        <pc:inkChg chg="add mod">
          <ac:chgData name="Janka Bacso" userId="eb69b254fbf9f166" providerId="LiveId" clId="{36D63C1C-4F7D-4AF5-A32C-C0D69B5536B4}" dt="2023-06-01T15:43:01.424" v="974"/>
          <ac:inkMkLst>
            <pc:docMk/>
            <pc:sldMk cId="1909767168" sldId="273"/>
            <ac:inkMk id="32" creationId="{7005A4DD-B8CD-13EA-283D-379D53D89ED1}"/>
          </ac:inkMkLst>
        </pc:inkChg>
        <pc:inkChg chg="add mod">
          <ac:chgData name="Janka Bacso" userId="eb69b254fbf9f166" providerId="LiveId" clId="{36D63C1C-4F7D-4AF5-A32C-C0D69B5536B4}" dt="2023-06-01T15:43:01.424" v="974"/>
          <ac:inkMkLst>
            <pc:docMk/>
            <pc:sldMk cId="1909767168" sldId="273"/>
            <ac:inkMk id="33" creationId="{36D53C06-2D0E-9CA7-16D8-0E74A8C9635F}"/>
          </ac:inkMkLst>
        </pc:inkChg>
        <pc:inkChg chg="add del">
          <ac:chgData name="Janka Bacso" userId="eb69b254fbf9f166" providerId="LiveId" clId="{36D63C1C-4F7D-4AF5-A32C-C0D69B5536B4}" dt="2023-06-01T15:43:40.118" v="985" actId="9405"/>
          <ac:inkMkLst>
            <pc:docMk/>
            <pc:sldMk cId="1909767168" sldId="273"/>
            <ac:inkMk id="36" creationId="{5F45EC96-AAD7-C161-021D-41D8A3546394}"/>
          </ac:inkMkLst>
        </pc:inkChg>
      </pc:sldChg>
      <pc:sldChg chg="del">
        <pc:chgData name="Janka Bacso" userId="eb69b254fbf9f166" providerId="LiveId" clId="{36D63C1C-4F7D-4AF5-A32C-C0D69B5536B4}" dt="2023-06-01T13:20:14.470" v="112" actId="47"/>
        <pc:sldMkLst>
          <pc:docMk/>
          <pc:sldMk cId="2820960928" sldId="273"/>
        </pc:sldMkLst>
      </pc:sldChg>
      <pc:sldChg chg="addSp modSp add del mod ord">
        <pc:chgData name="Janka Bacso" userId="eb69b254fbf9f166" providerId="LiveId" clId="{36D63C1C-4F7D-4AF5-A32C-C0D69B5536B4}" dt="2023-06-01T19:51:19.152" v="2239" actId="47"/>
        <pc:sldMkLst>
          <pc:docMk/>
          <pc:sldMk cId="1632006882" sldId="274"/>
        </pc:sldMkLst>
        <pc:spChg chg="mod">
          <ac:chgData name="Janka Bacso" userId="eb69b254fbf9f166" providerId="LiveId" clId="{36D63C1C-4F7D-4AF5-A32C-C0D69B5536B4}" dt="2023-06-01T16:42:04.240" v="1309" actId="27636"/>
          <ac:spMkLst>
            <pc:docMk/>
            <pc:sldMk cId="1632006882" sldId="274"/>
            <ac:spMk id="2" creationId="{3053428E-2C65-D26A-9831-B50572395C7F}"/>
          </ac:spMkLst>
        </pc:spChg>
        <pc:spChg chg="mod">
          <ac:chgData name="Janka Bacso" userId="eb69b254fbf9f166" providerId="LiveId" clId="{36D63C1C-4F7D-4AF5-A32C-C0D69B5536B4}" dt="2023-06-01T16:56:40.744" v="1567" actId="114"/>
          <ac:spMkLst>
            <pc:docMk/>
            <pc:sldMk cId="1632006882" sldId="274"/>
            <ac:spMk id="3" creationId="{751882D4-5DC7-9C3A-DE64-418E17DB66EE}"/>
          </ac:spMkLst>
        </pc:spChg>
        <pc:picChg chg="add mod">
          <ac:chgData name="Janka Bacso" userId="eb69b254fbf9f166" providerId="LiveId" clId="{36D63C1C-4F7D-4AF5-A32C-C0D69B5536B4}" dt="2023-06-01T16:50:16.762" v="1489" actId="1076"/>
          <ac:picMkLst>
            <pc:docMk/>
            <pc:sldMk cId="1632006882" sldId="274"/>
            <ac:picMk id="5" creationId="{691244C3-015D-E4C7-1E1A-91809D61A179}"/>
          </ac:picMkLst>
        </pc:picChg>
        <pc:picChg chg="add mod">
          <ac:chgData name="Janka Bacso" userId="eb69b254fbf9f166" providerId="LiveId" clId="{36D63C1C-4F7D-4AF5-A32C-C0D69B5536B4}" dt="2023-06-01T16:54:54.071" v="1532" actId="1076"/>
          <ac:picMkLst>
            <pc:docMk/>
            <pc:sldMk cId="1632006882" sldId="274"/>
            <ac:picMk id="6" creationId="{EAD97408-78AD-F7D5-296F-D5680B3ACEA6}"/>
          </ac:picMkLst>
        </pc:picChg>
      </pc:sldChg>
      <pc:sldChg chg="new del">
        <pc:chgData name="Janka Bacso" userId="eb69b254fbf9f166" providerId="LiveId" clId="{36D63C1C-4F7D-4AF5-A32C-C0D69B5536B4}" dt="2023-06-01T13:18:15.301" v="97" actId="47"/>
        <pc:sldMkLst>
          <pc:docMk/>
          <pc:sldMk cId="2065331575" sldId="274"/>
        </pc:sldMkLst>
      </pc:sldChg>
      <pc:sldChg chg="addSp delSp modSp add del mod">
        <pc:chgData name="Janka Bacso" userId="eb69b254fbf9f166" providerId="LiveId" clId="{36D63C1C-4F7D-4AF5-A32C-C0D69B5536B4}" dt="2023-06-01T13:35:37.533" v="426" actId="47"/>
        <pc:sldMkLst>
          <pc:docMk/>
          <pc:sldMk cId="1538944855" sldId="275"/>
        </pc:sldMkLst>
        <pc:spChg chg="mod">
          <ac:chgData name="Janka Bacso" userId="eb69b254fbf9f166" providerId="LiveId" clId="{36D63C1C-4F7D-4AF5-A32C-C0D69B5536B4}" dt="2023-06-01T13:27:07.132" v="281" actId="20577"/>
          <ac:spMkLst>
            <pc:docMk/>
            <pc:sldMk cId="1538944855" sldId="275"/>
            <ac:spMk id="2" creationId="{3053428E-2C65-D26A-9831-B50572395C7F}"/>
          </ac:spMkLst>
        </pc:spChg>
        <pc:spChg chg="del mod">
          <ac:chgData name="Janka Bacso" userId="eb69b254fbf9f166" providerId="LiveId" clId="{36D63C1C-4F7D-4AF5-A32C-C0D69B5536B4}" dt="2023-06-01T13:34:48.064" v="378" actId="22"/>
          <ac:spMkLst>
            <pc:docMk/>
            <pc:sldMk cId="1538944855" sldId="275"/>
            <ac:spMk id="3" creationId="{751882D4-5DC7-9C3A-DE64-418E17DB66EE}"/>
          </ac:spMkLst>
        </pc:spChg>
        <pc:spChg chg="add mod">
          <ac:chgData name="Janka Bacso" userId="eb69b254fbf9f166" providerId="LiveId" clId="{36D63C1C-4F7D-4AF5-A32C-C0D69B5536B4}" dt="2023-06-01T13:34:54.730" v="379" actId="21"/>
          <ac:spMkLst>
            <pc:docMk/>
            <pc:sldMk cId="1538944855" sldId="275"/>
            <ac:spMk id="10" creationId="{FCFECCA1-4379-C496-A096-8C181BFA3874}"/>
          </ac:spMkLst>
        </pc:spChg>
        <pc:picChg chg="del">
          <ac:chgData name="Janka Bacso" userId="eb69b254fbf9f166" providerId="LiveId" clId="{36D63C1C-4F7D-4AF5-A32C-C0D69B5536B4}" dt="2023-06-01T13:25:51.818" v="216" actId="478"/>
          <ac:picMkLst>
            <pc:docMk/>
            <pc:sldMk cId="1538944855" sldId="275"/>
            <ac:picMk id="5" creationId="{617FFEB2-D274-5056-47A5-469FB5B3AF4E}"/>
          </ac:picMkLst>
        </pc:picChg>
        <pc:picChg chg="del">
          <ac:chgData name="Janka Bacso" userId="eb69b254fbf9f166" providerId="LiveId" clId="{36D63C1C-4F7D-4AF5-A32C-C0D69B5536B4}" dt="2023-06-01T13:25:49.897" v="215" actId="478"/>
          <ac:picMkLst>
            <pc:docMk/>
            <pc:sldMk cId="1538944855" sldId="275"/>
            <ac:picMk id="7" creationId="{8BC92ED9-3484-B86E-F6B4-24A834F22E8F}"/>
          </ac:picMkLst>
        </pc:picChg>
        <pc:picChg chg="add del mod ord">
          <ac:chgData name="Janka Bacso" userId="eb69b254fbf9f166" providerId="LiveId" clId="{36D63C1C-4F7D-4AF5-A32C-C0D69B5536B4}" dt="2023-06-01T13:34:54.730" v="379" actId="21"/>
          <ac:picMkLst>
            <pc:docMk/>
            <pc:sldMk cId="1538944855" sldId="275"/>
            <ac:picMk id="8" creationId="{9B169BEB-4D52-CF75-CC34-E99EF6F121F2}"/>
          </ac:picMkLst>
        </pc:picChg>
      </pc:sldChg>
      <pc:sldChg chg="add del">
        <pc:chgData name="Janka Bacso" userId="eb69b254fbf9f166" providerId="LiveId" clId="{36D63C1C-4F7D-4AF5-A32C-C0D69B5536B4}" dt="2023-06-01T13:29:01.835" v="330" actId="47"/>
        <pc:sldMkLst>
          <pc:docMk/>
          <pc:sldMk cId="2538895597" sldId="276"/>
        </pc:sldMkLst>
      </pc:sldChg>
    </pc:docChg>
  </pc:docChgLst>
  <pc:docChgLst>
    <pc:chgData name="Janka Bacso" userId="eb69b254fbf9f166" providerId="LiveId" clId="{4EEC0BD7-8ECA-4C39-B152-06FAFE474377}"/>
    <pc:docChg chg="undo custSel addSld modSld sldOrd">
      <pc:chgData name="Janka Bacso" userId="eb69b254fbf9f166" providerId="LiveId" clId="{4EEC0BD7-8ECA-4C39-B152-06FAFE474377}" dt="2023-06-01T09:25:23.230" v="102" actId="478"/>
      <pc:docMkLst>
        <pc:docMk/>
      </pc:docMkLst>
      <pc:sldChg chg="modSp mod">
        <pc:chgData name="Janka Bacso" userId="eb69b254fbf9f166" providerId="LiveId" clId="{4EEC0BD7-8ECA-4C39-B152-06FAFE474377}" dt="2023-06-01T08:54:05.865" v="71" actId="20577"/>
        <pc:sldMkLst>
          <pc:docMk/>
          <pc:sldMk cId="597570977" sldId="256"/>
        </pc:sldMkLst>
        <pc:spChg chg="mod">
          <ac:chgData name="Janka Bacso" userId="eb69b254fbf9f166" providerId="LiveId" clId="{4EEC0BD7-8ECA-4C39-B152-06FAFE474377}" dt="2023-06-01T08:54:05.865" v="71" actId="20577"/>
          <ac:spMkLst>
            <pc:docMk/>
            <pc:sldMk cId="597570977" sldId="256"/>
            <ac:spMk id="2" creationId="{A5EC8595-06A9-C8F1-4107-85B846EA5306}"/>
          </ac:spMkLst>
        </pc:spChg>
        <pc:spChg chg="mod">
          <ac:chgData name="Janka Bacso" userId="eb69b254fbf9f166" providerId="LiveId" clId="{4EEC0BD7-8ECA-4C39-B152-06FAFE474377}" dt="2023-06-01T08:19:08.759" v="66" actId="14100"/>
          <ac:spMkLst>
            <pc:docMk/>
            <pc:sldMk cId="597570977" sldId="256"/>
            <ac:spMk id="3" creationId="{3B791021-FCC2-403A-4A90-2F9AE2326513}"/>
          </ac:spMkLst>
        </pc:spChg>
        <pc:spChg chg="mod">
          <ac:chgData name="Janka Bacso" userId="eb69b254fbf9f166" providerId="LiveId" clId="{4EEC0BD7-8ECA-4C39-B152-06FAFE474377}" dt="2023-06-01T08:14:41.447" v="35" actId="403"/>
          <ac:spMkLst>
            <pc:docMk/>
            <pc:sldMk cId="597570977" sldId="256"/>
            <ac:spMk id="7" creationId="{92034339-A2D2-FE0B-2C25-AF2D0677F461}"/>
          </ac:spMkLst>
        </pc:spChg>
      </pc:sldChg>
      <pc:sldChg chg="addSp delSp mod">
        <pc:chgData name="Janka Bacso" userId="eb69b254fbf9f166" providerId="LiveId" clId="{4EEC0BD7-8ECA-4C39-B152-06FAFE474377}" dt="2023-06-01T09:25:23.230" v="102" actId="478"/>
        <pc:sldMkLst>
          <pc:docMk/>
          <pc:sldMk cId="2402133838" sldId="263"/>
        </pc:sldMkLst>
        <pc:picChg chg="add del">
          <ac:chgData name="Janka Bacso" userId="eb69b254fbf9f166" providerId="LiveId" clId="{4EEC0BD7-8ECA-4C39-B152-06FAFE474377}" dt="2023-06-01T09:25:23.230" v="102" actId="478"/>
          <ac:picMkLst>
            <pc:docMk/>
            <pc:sldMk cId="2402133838" sldId="263"/>
            <ac:picMk id="5" creationId="{D27A2D94-09F4-0A92-FB6D-F16954B34876}"/>
          </ac:picMkLst>
        </pc:picChg>
      </pc:sldChg>
      <pc:sldChg chg="modSp mod">
        <pc:chgData name="Janka Bacso" userId="eb69b254fbf9f166" providerId="LiveId" clId="{4EEC0BD7-8ECA-4C39-B152-06FAFE474377}" dt="2023-06-01T09:10:36.503" v="78" actId="20577"/>
        <pc:sldMkLst>
          <pc:docMk/>
          <pc:sldMk cId="3597114673" sldId="264"/>
        </pc:sldMkLst>
        <pc:spChg chg="mod">
          <ac:chgData name="Janka Bacso" userId="eb69b254fbf9f166" providerId="LiveId" clId="{4EEC0BD7-8ECA-4C39-B152-06FAFE474377}" dt="2023-06-01T09:10:36.503" v="78" actId="20577"/>
          <ac:spMkLst>
            <pc:docMk/>
            <pc:sldMk cId="3597114673" sldId="264"/>
            <ac:spMk id="3" creationId="{751882D4-5DC7-9C3A-DE64-418E17DB66EE}"/>
          </ac:spMkLst>
        </pc:spChg>
      </pc:sldChg>
      <pc:sldChg chg="addSp modSp mod">
        <pc:chgData name="Janka Bacso" userId="eb69b254fbf9f166" providerId="LiveId" clId="{4EEC0BD7-8ECA-4C39-B152-06FAFE474377}" dt="2023-06-01T09:25:01.645" v="99" actId="20577"/>
        <pc:sldMkLst>
          <pc:docMk/>
          <pc:sldMk cId="1198027604" sldId="265"/>
        </pc:sldMkLst>
        <pc:spChg chg="add mod">
          <ac:chgData name="Janka Bacso" userId="eb69b254fbf9f166" providerId="LiveId" clId="{4EEC0BD7-8ECA-4C39-B152-06FAFE474377}" dt="2023-06-01T09:25:01.645" v="99" actId="20577"/>
          <ac:spMkLst>
            <pc:docMk/>
            <pc:sldMk cId="1198027604" sldId="265"/>
            <ac:spMk id="3" creationId="{EE3EAC41-4F2F-82A8-4E2F-907C499EF738}"/>
          </ac:spMkLst>
        </pc:spChg>
        <pc:graphicFrameChg chg="modGraphic">
          <ac:chgData name="Janka Bacso" userId="eb69b254fbf9f166" providerId="LiveId" clId="{4EEC0BD7-8ECA-4C39-B152-06FAFE474377}" dt="2023-06-01T09:24:43.984" v="82" actId="14100"/>
          <ac:graphicFrameMkLst>
            <pc:docMk/>
            <pc:sldMk cId="1198027604" sldId="265"/>
            <ac:graphicFrameMk id="5" creationId="{D96BBDA0-F6C6-42E6-C645-67C1D3971079}"/>
          </ac:graphicFrameMkLst>
        </pc:graphicFrameChg>
      </pc:sldChg>
      <pc:sldChg chg="delSp modSp ord">
        <pc:chgData name="Janka Bacso" userId="eb69b254fbf9f166" providerId="LiveId" clId="{4EEC0BD7-8ECA-4C39-B152-06FAFE474377}" dt="2023-06-01T09:06:30.765" v="75"/>
        <pc:sldMkLst>
          <pc:docMk/>
          <pc:sldMk cId="4202423539" sldId="266"/>
        </pc:sldMkLst>
        <pc:picChg chg="del mod">
          <ac:chgData name="Janka Bacso" userId="eb69b254fbf9f166" providerId="LiveId" clId="{4EEC0BD7-8ECA-4C39-B152-06FAFE474377}" dt="2023-06-01T08:49:11.333" v="68" actId="478"/>
          <ac:picMkLst>
            <pc:docMk/>
            <pc:sldMk cId="4202423539" sldId="266"/>
            <ac:picMk id="3073" creationId="{113B5F99-7623-A904-A516-3309C7CB006E}"/>
          </ac:picMkLst>
        </pc:picChg>
        <pc:picChg chg="del mod">
          <ac:chgData name="Janka Bacso" userId="eb69b254fbf9f166" providerId="LiveId" clId="{4EEC0BD7-8ECA-4C39-B152-06FAFE474377}" dt="2023-06-01T08:49:17.330" v="70" actId="478"/>
          <ac:picMkLst>
            <pc:docMk/>
            <pc:sldMk cId="4202423539" sldId="266"/>
            <ac:picMk id="3074" creationId="{68F4EC43-7215-12F3-5326-B16C4B164F07}"/>
          </ac:picMkLst>
        </pc:picChg>
      </pc:sldChg>
      <pc:sldChg chg="ord">
        <pc:chgData name="Janka Bacso" userId="eb69b254fbf9f166" providerId="LiveId" clId="{4EEC0BD7-8ECA-4C39-B152-06FAFE474377}" dt="2023-06-01T09:06:44.952" v="77"/>
        <pc:sldMkLst>
          <pc:docMk/>
          <pc:sldMk cId="1510066829" sldId="270"/>
        </pc:sldMkLst>
      </pc:sldChg>
      <pc:sldChg chg="new">
        <pc:chgData name="Janka Bacso" userId="eb69b254fbf9f166" providerId="LiveId" clId="{4EEC0BD7-8ECA-4C39-B152-06FAFE474377}" dt="2023-06-01T09:24:02.137" v="79" actId="680"/>
        <pc:sldMkLst>
          <pc:docMk/>
          <pc:sldMk cId="2757202793" sldId="272"/>
        </pc:sldMkLst>
      </pc:sldChg>
      <pc:sldChg chg="new">
        <pc:chgData name="Janka Bacso" userId="eb69b254fbf9f166" providerId="LiveId" clId="{4EEC0BD7-8ECA-4C39-B152-06FAFE474377}" dt="2023-06-01T09:25:10.396" v="100" actId="680"/>
        <pc:sldMkLst>
          <pc:docMk/>
          <pc:sldMk cId="2820960928" sldId="27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4591F4-2B18-4616-B0B8-CEA3AD158FA5}" type="datetimeFigureOut">
              <a:rPr lang="en-GB" smtClean="0"/>
              <a:t>08/09/2026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8C9F05-8C4C-4ADB-8D28-75498E3DDC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9863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Adam és </a:t>
            </a:r>
            <a:r>
              <a:rPr lang="hu-HU" dirty="0" err="1"/>
              <a:t>nadamról</a:t>
            </a:r>
            <a:r>
              <a:rPr lang="hu-HU" dirty="0"/>
              <a:t> kicsit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8C9F05-8C4C-4ADB-8D28-75498E3DDC22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7794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3-4 mondat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8C9F05-8C4C-4ADB-8D28-75498E3DDC22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72122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8C9F05-8C4C-4ADB-8D28-75498E3DDC22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4205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AD440-08BE-54AF-71C7-96A25586EE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925EF9-1818-E5B3-9578-92C3A880D5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979263-B430-EDEF-6064-3AE9C976F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725B0-2DB5-4215-8DED-04A45F91373E}" type="datetime1">
              <a:rPr lang="en-GB" smtClean="0"/>
              <a:t>08/09/2026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A1523F-726B-25EA-94E2-F4DA59C19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A706E5-A4D9-688C-F7CD-FCA055F3E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A56D2-B841-496B-A623-78E5015BFE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6954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5EB99-93B8-DFEB-8489-87A5B106E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C4717E-29B3-2020-5318-8B253E8E70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208BDF-626A-5648-0E01-B0B7955DA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3DC48-3DF5-413C-A51D-DA54C7AF17E0}" type="datetime1">
              <a:rPr lang="en-GB" smtClean="0"/>
              <a:t>08/09/2026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E441A0-88AB-07CF-1FAF-B81AFD796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62695-3DFE-DAB4-105E-9D434CA13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A56D2-B841-496B-A623-78E5015BFE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5769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0FE5E-A2EB-DF5A-E0A8-D52821124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F9BC4-2D4F-BFC3-C38F-C12C118B3E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5BDA76-6F68-CCD7-9D09-6928B5BD1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E14277-BB84-4A0F-82A7-B354A8E8F33F}" type="datetime1">
              <a:rPr lang="en-GB" smtClean="0"/>
              <a:t>08/09/2026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9CC206-630E-2FEF-16C4-53FF94ADB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8BF4D-72C2-CA7B-5588-68233127F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A56D2-B841-496B-A623-78E5015BFE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1107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36004-333D-EFAD-67C4-3CC686AB5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55C7D-5781-8E42-2D89-6163C38A16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44BF07-8B0C-5070-E544-F198EF5E30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359BBE-8A38-BD10-B1C7-FB7DA6007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03BD61-B35F-4AB7-A8B5-2FD65B3CDBDE}" type="datetime1">
              <a:rPr lang="en-GB" smtClean="0"/>
              <a:t>08/09/2026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36FAAB-BA13-A3CB-F65F-17FFF694A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E1DDFA-3BBA-746E-8117-3ACD334A6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A56D2-B841-496B-A623-78E5015BFE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9321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8D142-054E-B12B-8D46-9AB804C33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0C5187-503A-066A-96D2-B5B9D84F89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FB656E-72DA-E61C-E825-DF752EF9B3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9E88CF0-B01D-13BB-C0FE-C68DFFCFF1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D27845-3DDB-6535-2EFB-A4776B6E7C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85E599-810C-3003-7D45-837ECC2B8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03D44-20CD-42F1-8C43-DD61DE00A7E3}" type="datetime1">
              <a:rPr lang="en-GB" smtClean="0"/>
              <a:t>08/09/2026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6058CA-975A-918E-BEF4-6EEE57F63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ECAE51-DF02-3270-A9D3-2D8C44DCA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A56D2-B841-496B-A623-78E5015BFE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00606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2ECBC-E621-79E0-7942-299606BD1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8B8E38-8F3B-D735-26FA-0CF77603E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8CB3A-8A88-4866-93F8-42333A27DCEC}" type="datetime1">
              <a:rPr lang="en-GB" smtClean="0"/>
              <a:t>08/09/2026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A75A02-2BA2-A753-B54E-001A32F0B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4DDEAE-41B9-B1E2-C3D0-E623E8AB9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A56D2-B841-496B-A623-78E5015BFE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9548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368EAE-6ACA-2A76-9266-027BFC3B0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8556B-18A6-4FBB-B1FC-3E96403E41C8}" type="datetime1">
              <a:rPr lang="en-GB" smtClean="0"/>
              <a:t>08/09/2026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E2949E-5FC7-17AA-A6FF-13A8E67A1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699684-7A26-9F60-DC3F-AB816E765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A56D2-B841-496B-A623-78E5015BFE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7457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404B2-DD7B-F5BA-2E3B-213B80599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943B0-42BD-CBC6-0FCB-FF8E5012D7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B85ED0-8207-8202-D637-052F5EE6DF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565A93-D8D3-D1C6-2D05-278AFCAD9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F4A2B-4046-4BF9-A1CD-86911B703D7D}" type="datetime1">
              <a:rPr lang="en-GB" smtClean="0"/>
              <a:t>08/09/2026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32F7B-7B8D-4E41-B301-D1029B660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6AD0FB-E665-E2A7-49E2-3A62E0C2B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A56D2-B841-496B-A623-78E5015BFE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7094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E3471-3D76-779D-5E46-BEAC467B2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E6E969-E533-FF1E-3885-50A15E210D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D61EC6-260B-01A4-8F26-A37AC7621E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7BDBCE-AB54-05F1-623F-74ED37C6D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4F9C8-F293-419D-BF6E-FEEAE13CB8CE}" type="datetime1">
              <a:rPr lang="en-GB" smtClean="0"/>
              <a:t>08/09/2026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A7C9AC-7E07-30AB-4720-CE7C8BF9F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B6B0CE-A087-E8A2-93AE-446ADA476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A56D2-B841-496B-A623-78E5015BFE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07803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DFA4F-20BC-1921-5679-6FAF65610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2ADA9F-BDF4-C05A-46C2-6CD57FED87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AA0AAB-7AFB-8B88-C9EF-457118441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72C5C-1378-4C1B-BA1C-1D8506ED235E}" type="datetime1">
              <a:rPr lang="en-GB" smtClean="0"/>
              <a:t>08/09/2026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3E33FC-ED6C-5240-9864-2A6B97C4C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AA6C7E-53E4-C3F0-FFAF-FDFCE8ED6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A56D2-B841-496B-A623-78E5015BFE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048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B9F24C-DAC2-81B8-4DCA-9AE3D62028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43100C-758A-BADB-338B-DC293B7291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5B826-263E-A738-E385-7AA304FA8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12249-05F5-48B8-AD6E-F258536AEA1A}" type="datetime1">
              <a:rPr lang="en-GB" smtClean="0"/>
              <a:t>08/09/2026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ACF9FC-38BA-68AC-8BE3-468277168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18B035-6C51-DCB6-818C-BC75BF2A5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3A56D2-B841-496B-A623-78E5015BFE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1019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A653E3-34E9-1320-04A4-327454219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8FD450-43B6-5E4D-691A-1FF3CBD71A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E16E50-6177-4F0C-8CF3-454C7BE58E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8EC4B4-785F-4E96-B2EA-541AF5D2D897}" type="datetime1">
              <a:rPr lang="en-GB" smtClean="0"/>
              <a:t>08/09/2026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52CA-BDB8-1023-9701-8A2019BB0D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B13C4E-006B-6056-2B76-FBB8DE3AD1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3A56D2-B841-496B-A623-78E5015BFE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6476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jpeg"/><Relationship Id="rId5" Type="http://schemas.openxmlformats.org/officeDocument/2006/relationships/image" Target="../media/image10.jpeg"/><Relationship Id="rId10" Type="http://schemas.openxmlformats.org/officeDocument/2006/relationships/image" Target="../media/image15.jpeg"/><Relationship Id="rId4" Type="http://schemas.openxmlformats.org/officeDocument/2006/relationships/image" Target="../media/image9.jpeg"/><Relationship Id="rId9" Type="http://schemas.openxmlformats.org/officeDocument/2006/relationships/image" Target="../media/image1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8A95209C-5275-4E15-8EA7-7F42980AB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8">
            <a:extLst>
              <a:ext uri="{FF2B5EF4-FFF2-40B4-BE49-F238E27FC236}">
                <a16:creationId xmlns:a16="http://schemas.microsoft.com/office/drawing/2014/main" id="{72F8F3B9-7B54-7933-6410-96B9E6B8F4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t="7782" r="-1" b="7926"/>
          <a:stretch/>
        </p:blipFill>
        <p:spPr>
          <a:xfrm>
            <a:off x="21" y="10"/>
            <a:ext cx="1218893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EC8595-06A9-C8F1-4107-85B846EA53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48" y="1731023"/>
            <a:ext cx="9144000" cy="2147456"/>
          </a:xfrm>
          <a:solidFill>
            <a:schemeClr val="tx1"/>
          </a:solidFill>
          <a:effectLst>
            <a:softEdge rad="317500"/>
          </a:effectLst>
        </p:spPr>
        <p:txBody>
          <a:bodyPr>
            <a:normAutofit/>
          </a:bodyPr>
          <a:lstStyle/>
          <a:p>
            <a:pPr>
              <a:lnSpc>
                <a:spcPct val="60000"/>
              </a:lnSpc>
            </a:pPr>
            <a:r>
              <a:rPr lang="hu-HU" sz="4000" dirty="0">
                <a:solidFill>
                  <a:schemeClr val="bg1"/>
                </a:solidFill>
              </a:rPr>
              <a:t>Kép generálással létrehozott adathalmaz alkalmazása betanításra</a:t>
            </a:r>
            <a:br>
              <a:rPr lang="hu-HU" sz="4800" dirty="0">
                <a:solidFill>
                  <a:schemeClr val="bg1"/>
                </a:solidFill>
              </a:rPr>
            </a:br>
            <a:endParaRPr lang="en-GB" sz="54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791021-FCC2-403A-4A90-2F9AE23265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8282" y="4508433"/>
            <a:ext cx="5952388" cy="971135"/>
          </a:xfrm>
          <a:solidFill>
            <a:schemeClr val="tx1"/>
          </a:solidFill>
          <a:effectLst>
            <a:softEdge rad="127000"/>
          </a:effectLst>
        </p:spPr>
        <p:txBody>
          <a:bodyPr>
            <a:normAutofit/>
          </a:bodyPr>
          <a:lstStyle/>
          <a:p>
            <a:r>
              <a:rPr lang="hu-HU" dirty="0">
                <a:solidFill>
                  <a:schemeClr val="bg1"/>
                </a:solidFill>
              </a:rPr>
              <a:t>Önálló laboratórium, </a:t>
            </a:r>
            <a:r>
              <a:rPr lang="hu-HU" sz="2400" dirty="0">
                <a:solidFill>
                  <a:schemeClr val="bg1"/>
                </a:solidFill>
              </a:rPr>
              <a:t>TMIT</a:t>
            </a:r>
            <a:endParaRPr lang="hu-HU" dirty="0">
              <a:solidFill>
                <a:schemeClr val="bg1"/>
              </a:solidFill>
            </a:endParaRPr>
          </a:p>
          <a:p>
            <a:r>
              <a:rPr lang="hu-HU" sz="2000" dirty="0">
                <a:solidFill>
                  <a:schemeClr val="bg1"/>
                </a:solidFill>
              </a:rPr>
              <a:t>Témavezető: Dr. Papp Dávid</a:t>
            </a:r>
          </a:p>
        </p:txBody>
      </p:sp>
      <p:sp>
        <p:nvSpPr>
          <p:cNvPr id="24" name="sketchy box">
            <a:extLst>
              <a:ext uri="{FF2B5EF4-FFF2-40B4-BE49-F238E27FC236}">
                <a16:creationId xmlns:a16="http://schemas.microsoft.com/office/drawing/2014/main" id="{4F2ED431-E304-4FF0-9F4E-032783C9D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38200" y="720953"/>
            <a:ext cx="10515600" cy="5416094"/>
          </a:xfrm>
          <a:custGeom>
            <a:avLst/>
            <a:gdLst>
              <a:gd name="csX0" fmla="*/ 0 w 10515600"/>
              <a:gd name="csY0" fmla="*/ 0 h 5416094"/>
              <a:gd name="csX1" fmla="*/ 552069 w 10515600"/>
              <a:gd name="csY1" fmla="*/ 0 h 5416094"/>
              <a:gd name="csX2" fmla="*/ 893826 w 10515600"/>
              <a:gd name="csY2" fmla="*/ 0 h 5416094"/>
              <a:gd name="csX3" fmla="*/ 1761363 w 10515600"/>
              <a:gd name="csY3" fmla="*/ 0 h 5416094"/>
              <a:gd name="csX4" fmla="*/ 2313432 w 10515600"/>
              <a:gd name="csY4" fmla="*/ 0 h 5416094"/>
              <a:gd name="csX5" fmla="*/ 2865501 w 10515600"/>
              <a:gd name="csY5" fmla="*/ 0 h 5416094"/>
              <a:gd name="csX6" fmla="*/ 3733038 w 10515600"/>
              <a:gd name="csY6" fmla="*/ 0 h 5416094"/>
              <a:gd name="csX7" fmla="*/ 4179951 w 10515600"/>
              <a:gd name="csY7" fmla="*/ 0 h 5416094"/>
              <a:gd name="csX8" fmla="*/ 5047488 w 10515600"/>
              <a:gd name="csY8" fmla="*/ 0 h 5416094"/>
              <a:gd name="csX9" fmla="*/ 5915025 w 10515600"/>
              <a:gd name="csY9" fmla="*/ 0 h 5416094"/>
              <a:gd name="csX10" fmla="*/ 6572250 w 10515600"/>
              <a:gd name="csY10" fmla="*/ 0 h 5416094"/>
              <a:gd name="csX11" fmla="*/ 7439787 w 10515600"/>
              <a:gd name="csY11" fmla="*/ 0 h 5416094"/>
              <a:gd name="csX12" fmla="*/ 7991856 w 10515600"/>
              <a:gd name="csY12" fmla="*/ 0 h 5416094"/>
              <a:gd name="csX13" fmla="*/ 8543925 w 10515600"/>
              <a:gd name="csY13" fmla="*/ 0 h 5416094"/>
              <a:gd name="csX14" fmla="*/ 9306306 w 10515600"/>
              <a:gd name="csY14" fmla="*/ 0 h 5416094"/>
              <a:gd name="csX15" fmla="*/ 9858375 w 10515600"/>
              <a:gd name="csY15" fmla="*/ 0 h 5416094"/>
              <a:gd name="csX16" fmla="*/ 10515600 w 10515600"/>
              <a:gd name="csY16" fmla="*/ 0 h 5416094"/>
              <a:gd name="csX17" fmla="*/ 10515600 w 10515600"/>
              <a:gd name="csY17" fmla="*/ 785334 h 5416094"/>
              <a:gd name="csX18" fmla="*/ 10515600 w 10515600"/>
              <a:gd name="csY18" fmla="*/ 1516506 h 5416094"/>
              <a:gd name="csX19" fmla="*/ 10515600 w 10515600"/>
              <a:gd name="csY19" fmla="*/ 2247679 h 5416094"/>
              <a:gd name="csX20" fmla="*/ 10515600 w 10515600"/>
              <a:gd name="csY20" fmla="*/ 2762208 h 5416094"/>
              <a:gd name="csX21" fmla="*/ 10515600 w 10515600"/>
              <a:gd name="csY21" fmla="*/ 3330898 h 5416094"/>
              <a:gd name="csX22" fmla="*/ 10515600 w 10515600"/>
              <a:gd name="csY22" fmla="*/ 4062071 h 5416094"/>
              <a:gd name="csX23" fmla="*/ 10515600 w 10515600"/>
              <a:gd name="csY23" fmla="*/ 4684921 h 5416094"/>
              <a:gd name="csX24" fmla="*/ 10515600 w 10515600"/>
              <a:gd name="csY24" fmla="*/ 5416094 h 5416094"/>
              <a:gd name="csX25" fmla="*/ 9753219 w 10515600"/>
              <a:gd name="csY25" fmla="*/ 5416094 h 5416094"/>
              <a:gd name="csX26" fmla="*/ 9411462 w 10515600"/>
              <a:gd name="csY26" fmla="*/ 5416094 h 5416094"/>
              <a:gd name="csX27" fmla="*/ 8754237 w 10515600"/>
              <a:gd name="csY27" fmla="*/ 5416094 h 5416094"/>
              <a:gd name="csX28" fmla="*/ 8307324 w 10515600"/>
              <a:gd name="csY28" fmla="*/ 5416094 h 5416094"/>
              <a:gd name="csX29" fmla="*/ 7544943 w 10515600"/>
              <a:gd name="csY29" fmla="*/ 5416094 h 5416094"/>
              <a:gd name="csX30" fmla="*/ 7098030 w 10515600"/>
              <a:gd name="csY30" fmla="*/ 5416094 h 5416094"/>
              <a:gd name="csX31" fmla="*/ 6335649 w 10515600"/>
              <a:gd name="csY31" fmla="*/ 5416094 h 5416094"/>
              <a:gd name="csX32" fmla="*/ 5993892 w 10515600"/>
              <a:gd name="csY32" fmla="*/ 5416094 h 5416094"/>
              <a:gd name="csX33" fmla="*/ 5231511 w 10515600"/>
              <a:gd name="csY33" fmla="*/ 5416094 h 5416094"/>
              <a:gd name="csX34" fmla="*/ 4784598 w 10515600"/>
              <a:gd name="csY34" fmla="*/ 5416094 h 5416094"/>
              <a:gd name="csX35" fmla="*/ 4442841 w 10515600"/>
              <a:gd name="csY35" fmla="*/ 5416094 h 5416094"/>
              <a:gd name="csX36" fmla="*/ 3995928 w 10515600"/>
              <a:gd name="csY36" fmla="*/ 5416094 h 5416094"/>
              <a:gd name="csX37" fmla="*/ 3233547 w 10515600"/>
              <a:gd name="csY37" fmla="*/ 5416094 h 5416094"/>
              <a:gd name="csX38" fmla="*/ 2786634 w 10515600"/>
              <a:gd name="csY38" fmla="*/ 5416094 h 5416094"/>
              <a:gd name="csX39" fmla="*/ 2444877 w 10515600"/>
              <a:gd name="csY39" fmla="*/ 5416094 h 5416094"/>
              <a:gd name="csX40" fmla="*/ 1997964 w 10515600"/>
              <a:gd name="csY40" fmla="*/ 5416094 h 5416094"/>
              <a:gd name="csX41" fmla="*/ 1445895 w 10515600"/>
              <a:gd name="csY41" fmla="*/ 5416094 h 5416094"/>
              <a:gd name="csX42" fmla="*/ 788670 w 10515600"/>
              <a:gd name="csY42" fmla="*/ 5416094 h 5416094"/>
              <a:gd name="csX43" fmla="*/ 0 w 10515600"/>
              <a:gd name="csY43" fmla="*/ 5416094 h 5416094"/>
              <a:gd name="csX44" fmla="*/ 0 w 10515600"/>
              <a:gd name="csY44" fmla="*/ 4630760 h 5416094"/>
              <a:gd name="csX45" fmla="*/ 0 w 10515600"/>
              <a:gd name="csY45" fmla="*/ 3953749 h 5416094"/>
              <a:gd name="csX46" fmla="*/ 0 w 10515600"/>
              <a:gd name="csY46" fmla="*/ 3276737 h 5416094"/>
              <a:gd name="csX47" fmla="*/ 0 w 10515600"/>
              <a:gd name="csY47" fmla="*/ 2599725 h 5416094"/>
              <a:gd name="csX48" fmla="*/ 0 w 10515600"/>
              <a:gd name="csY48" fmla="*/ 1922713 h 5416094"/>
              <a:gd name="csX49" fmla="*/ 0 w 10515600"/>
              <a:gd name="csY49" fmla="*/ 1299863 h 5416094"/>
              <a:gd name="csX50" fmla="*/ 0 w 10515600"/>
              <a:gd name="csY50" fmla="*/ 0 h 54160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</a:cxnLst>
            <a:rect l="l" t="t" r="r" b="b"/>
            <a:pathLst>
              <a:path w="10515600" h="5416094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24919" y="196329"/>
                  <a:pt x="10549062" y="488432"/>
                  <a:pt x="10515600" y="785334"/>
                </a:cubicBezTo>
                <a:cubicBezTo>
                  <a:pt x="10482138" y="1082236"/>
                  <a:pt x="10536385" y="1323726"/>
                  <a:pt x="10515600" y="1516506"/>
                </a:cubicBezTo>
                <a:cubicBezTo>
                  <a:pt x="10494815" y="1709286"/>
                  <a:pt x="10546328" y="2097632"/>
                  <a:pt x="10515600" y="2247679"/>
                </a:cubicBezTo>
                <a:cubicBezTo>
                  <a:pt x="10484872" y="2397726"/>
                  <a:pt x="10491771" y="2577292"/>
                  <a:pt x="10515600" y="2762208"/>
                </a:cubicBezTo>
                <a:cubicBezTo>
                  <a:pt x="10539429" y="2947124"/>
                  <a:pt x="10511007" y="3105736"/>
                  <a:pt x="10515600" y="3330898"/>
                </a:cubicBezTo>
                <a:cubicBezTo>
                  <a:pt x="10520194" y="3556060"/>
                  <a:pt x="10497393" y="3882611"/>
                  <a:pt x="10515600" y="4062071"/>
                </a:cubicBezTo>
                <a:cubicBezTo>
                  <a:pt x="10533807" y="4241531"/>
                  <a:pt x="10544791" y="4505155"/>
                  <a:pt x="10515600" y="4684921"/>
                </a:cubicBezTo>
                <a:cubicBezTo>
                  <a:pt x="10486410" y="4864687"/>
                  <a:pt x="10497356" y="5246484"/>
                  <a:pt x="10515600" y="5416094"/>
                </a:cubicBezTo>
                <a:cubicBezTo>
                  <a:pt x="10245623" y="5445692"/>
                  <a:pt x="10029676" y="5415505"/>
                  <a:pt x="9753219" y="5416094"/>
                </a:cubicBezTo>
                <a:cubicBezTo>
                  <a:pt x="9476762" y="5416683"/>
                  <a:pt x="9553148" y="5422760"/>
                  <a:pt x="9411462" y="5416094"/>
                </a:cubicBezTo>
                <a:cubicBezTo>
                  <a:pt x="9269776" y="5409428"/>
                  <a:pt x="8927709" y="5385012"/>
                  <a:pt x="8754237" y="5416094"/>
                </a:cubicBezTo>
                <a:cubicBezTo>
                  <a:pt x="8580766" y="5447176"/>
                  <a:pt x="8413264" y="5410024"/>
                  <a:pt x="8307324" y="5416094"/>
                </a:cubicBezTo>
                <a:cubicBezTo>
                  <a:pt x="8201384" y="5422164"/>
                  <a:pt x="7912690" y="5421686"/>
                  <a:pt x="7544943" y="5416094"/>
                </a:cubicBezTo>
                <a:cubicBezTo>
                  <a:pt x="7177196" y="5410502"/>
                  <a:pt x="7304235" y="5418502"/>
                  <a:pt x="7098030" y="5416094"/>
                </a:cubicBezTo>
                <a:cubicBezTo>
                  <a:pt x="6891825" y="5413686"/>
                  <a:pt x="6541479" y="5434609"/>
                  <a:pt x="6335649" y="5416094"/>
                </a:cubicBezTo>
                <a:cubicBezTo>
                  <a:pt x="6129819" y="5397579"/>
                  <a:pt x="6106541" y="5402791"/>
                  <a:pt x="5993892" y="5416094"/>
                </a:cubicBezTo>
                <a:cubicBezTo>
                  <a:pt x="5881243" y="5429397"/>
                  <a:pt x="5545248" y="5437743"/>
                  <a:pt x="5231511" y="5416094"/>
                </a:cubicBezTo>
                <a:cubicBezTo>
                  <a:pt x="4917774" y="5394445"/>
                  <a:pt x="4963237" y="5426599"/>
                  <a:pt x="4784598" y="5416094"/>
                </a:cubicBezTo>
                <a:cubicBezTo>
                  <a:pt x="4605959" y="5405589"/>
                  <a:pt x="4605904" y="5406658"/>
                  <a:pt x="4442841" y="5416094"/>
                </a:cubicBezTo>
                <a:cubicBezTo>
                  <a:pt x="4279778" y="5425530"/>
                  <a:pt x="4177180" y="5426138"/>
                  <a:pt x="3995928" y="5416094"/>
                </a:cubicBezTo>
                <a:cubicBezTo>
                  <a:pt x="3814676" y="5406050"/>
                  <a:pt x="3516440" y="5429234"/>
                  <a:pt x="3233547" y="5416094"/>
                </a:cubicBezTo>
                <a:cubicBezTo>
                  <a:pt x="2950654" y="5402954"/>
                  <a:pt x="2884354" y="5436103"/>
                  <a:pt x="2786634" y="5416094"/>
                </a:cubicBezTo>
                <a:cubicBezTo>
                  <a:pt x="2688914" y="5396085"/>
                  <a:pt x="2522958" y="5423232"/>
                  <a:pt x="2444877" y="5416094"/>
                </a:cubicBezTo>
                <a:cubicBezTo>
                  <a:pt x="2366796" y="5408956"/>
                  <a:pt x="2104768" y="5395479"/>
                  <a:pt x="1997964" y="5416094"/>
                </a:cubicBezTo>
                <a:cubicBezTo>
                  <a:pt x="1891160" y="5436709"/>
                  <a:pt x="1573016" y="5412376"/>
                  <a:pt x="1445895" y="5416094"/>
                </a:cubicBezTo>
                <a:cubicBezTo>
                  <a:pt x="1318774" y="5419812"/>
                  <a:pt x="986443" y="5400529"/>
                  <a:pt x="788670" y="5416094"/>
                </a:cubicBezTo>
                <a:cubicBezTo>
                  <a:pt x="590897" y="5431659"/>
                  <a:pt x="363709" y="5381266"/>
                  <a:pt x="0" y="5416094"/>
                </a:cubicBezTo>
                <a:cubicBezTo>
                  <a:pt x="-22973" y="5218643"/>
                  <a:pt x="-26699" y="5010779"/>
                  <a:pt x="0" y="4630760"/>
                </a:cubicBezTo>
                <a:cubicBezTo>
                  <a:pt x="26699" y="4250741"/>
                  <a:pt x="-15389" y="4196664"/>
                  <a:pt x="0" y="3953749"/>
                </a:cubicBezTo>
                <a:cubicBezTo>
                  <a:pt x="15389" y="3710834"/>
                  <a:pt x="468" y="3611311"/>
                  <a:pt x="0" y="3276737"/>
                </a:cubicBezTo>
                <a:cubicBezTo>
                  <a:pt x="-468" y="2942163"/>
                  <a:pt x="15360" y="2781998"/>
                  <a:pt x="0" y="2599725"/>
                </a:cubicBezTo>
                <a:cubicBezTo>
                  <a:pt x="-15360" y="2417452"/>
                  <a:pt x="14816" y="2100232"/>
                  <a:pt x="0" y="1922713"/>
                </a:cubicBezTo>
                <a:cubicBezTo>
                  <a:pt x="-14816" y="1745194"/>
                  <a:pt x="-24648" y="1604167"/>
                  <a:pt x="0" y="1299863"/>
                </a:cubicBezTo>
                <a:cubicBezTo>
                  <a:pt x="24648" y="995559"/>
                  <a:pt x="2182" y="279525"/>
                  <a:pt x="0" y="0"/>
                </a:cubicBezTo>
                <a:close/>
              </a:path>
            </a:pathLst>
          </a:custGeom>
          <a:noFill/>
          <a:ln w="47625" cap="rnd">
            <a:solidFill>
              <a:srgbClr val="FFFFFF">
                <a:alpha val="75000"/>
              </a:srgbClr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sketchy line">
            <a:extLst>
              <a:ext uri="{FF2B5EF4-FFF2-40B4-BE49-F238E27FC236}">
                <a16:creationId xmlns:a16="http://schemas.microsoft.com/office/drawing/2014/main" id="{4E87FCFB-2CCE-460D-B3DD-557C8BD1B9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419423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1275" cap="rnd">
            <a:solidFill>
              <a:srgbClr val="FFFFFF">
                <a:alpha val="75000"/>
              </a:srgbClr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034339-A2D2-FE0B-2C25-AF2D0677F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GB" sz="1600" dirty="0">
                <a:solidFill>
                  <a:srgbClr val="FFFFFF"/>
                </a:solidFill>
              </a:rPr>
              <a:t>Bacsó Janka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407A1F-9237-82EF-6F37-683B8BA34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ellipse">
            <a:avLst/>
          </a:prstGeo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C63A56D2-B841-496B-A623-78E5015BFE80}" type="slidenum">
              <a:rPr lang="en-GB" smtClean="0">
                <a:solidFill>
                  <a:srgbClr val="FFFFFF"/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</a:pPr>
              <a:t>1</a:t>
            </a:fld>
            <a:r>
              <a:rPr lang="hu-HU"/>
              <a:t>/9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514411-47CF-DCF0-F076-5345F22FC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975709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53428E-2C65-D26A-9831-B50572395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8076"/>
            <a:ext cx="10515600" cy="1325563"/>
          </a:xfrm>
        </p:spPr>
        <p:txBody>
          <a:bodyPr>
            <a:normAutofit/>
          </a:bodyPr>
          <a:lstStyle/>
          <a:p>
            <a:r>
              <a:rPr lang="hu-HU" sz="5400" dirty="0"/>
              <a:t>Alap ötlet</a:t>
            </a:r>
            <a:endParaRPr lang="en-GB" sz="5400" dirty="0"/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882D4-5DC7-9C3A-DE64-418E17DB6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hu-HU" sz="2200" dirty="0"/>
              <a:t>Modell betanításához sok kép adatra van szükség</a:t>
            </a:r>
          </a:p>
          <a:p>
            <a:r>
              <a:rPr lang="hu-HU" sz="2200" dirty="0"/>
              <a:t>Kép generálással:</a:t>
            </a:r>
          </a:p>
          <a:p>
            <a:pPr lvl="1"/>
            <a:r>
              <a:rPr lang="hu-HU" sz="1800" dirty="0"/>
              <a:t>nagy mennyiséget</a:t>
            </a:r>
          </a:p>
          <a:p>
            <a:pPr lvl="1"/>
            <a:r>
              <a:rPr lang="hu-HU" sz="1800" dirty="0"/>
              <a:t>rövid idő alatt</a:t>
            </a:r>
          </a:p>
          <a:p>
            <a:pPr lvl="1"/>
            <a:r>
              <a:rPr lang="hu-HU" sz="1800" dirty="0"/>
              <a:t>olcsóbban</a:t>
            </a:r>
          </a:p>
          <a:p>
            <a:r>
              <a:rPr lang="hu-HU" sz="2200" dirty="0"/>
              <a:t>Kérdés?</a:t>
            </a:r>
          </a:p>
          <a:p>
            <a:pPr marL="0" indent="0">
              <a:buNone/>
            </a:pPr>
            <a:r>
              <a:rPr lang="hu-HU" sz="2200" dirty="0"/>
              <a:t>Mennyire jól tud betanulni generált képekkel egy képfelismerő modell?</a:t>
            </a:r>
          </a:p>
          <a:p>
            <a:r>
              <a:rPr lang="hu-HU" sz="2200" dirty="0"/>
              <a:t>Miért?</a:t>
            </a:r>
          </a:p>
          <a:p>
            <a:pPr lvl="1"/>
            <a:r>
              <a:rPr lang="hu-HU" sz="1800" dirty="0"/>
              <a:t>Specifikusabb modell</a:t>
            </a:r>
          </a:p>
          <a:p>
            <a:pPr lvl="1"/>
            <a:r>
              <a:rPr lang="hu-HU" sz="1800" dirty="0"/>
              <a:t>Kiegészíteni egy már meglévő adathalmazt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AC247D-0B09-717D-C8E3-42A7DC31F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63A56D2-B841-496B-A623-78E5015BFE80}" type="slidenum">
              <a:rPr lang="en-GB" smtClean="0"/>
              <a:pPr>
                <a:spcAft>
                  <a:spcPts val="600"/>
                </a:spcAft>
              </a:pPr>
              <a:t>2</a:t>
            </a:fld>
            <a:r>
              <a:rPr lang="hu-HU" dirty="0"/>
              <a:t>/9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92265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2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53428E-2C65-D26A-9831-B50572395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403" y="649224"/>
            <a:ext cx="6160482" cy="1481328"/>
          </a:xfrm>
        </p:spPr>
        <p:txBody>
          <a:bodyPr anchor="b">
            <a:normAutofit/>
          </a:bodyPr>
          <a:lstStyle/>
          <a:p>
            <a:r>
              <a:rPr lang="hu-HU" sz="5000" dirty="0"/>
              <a:t>Betanításhoz szükséges képek generálása</a:t>
            </a:r>
            <a:endParaRPr lang="en-GB" sz="5000" dirty="0"/>
          </a:p>
        </p:txBody>
      </p:sp>
      <p:sp>
        <p:nvSpPr>
          <p:cNvPr id="25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882D4-5DC7-9C3A-DE64-418E17DB6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5" y="2660903"/>
            <a:ext cx="4920119" cy="3859969"/>
          </a:xfrm>
        </p:spPr>
        <p:txBody>
          <a:bodyPr anchor="t">
            <a:normAutofit/>
          </a:bodyPr>
          <a:lstStyle/>
          <a:p>
            <a:r>
              <a:rPr lang="hu-HU" sz="2400" dirty="0" err="1"/>
              <a:t>OpenAI</a:t>
            </a:r>
            <a:r>
              <a:rPr lang="hu-HU" sz="2400" dirty="0"/>
              <a:t> által fejlesztett DALL-E-t használtam</a:t>
            </a:r>
          </a:p>
          <a:p>
            <a:r>
              <a:rPr lang="hu-HU" sz="2400" dirty="0"/>
              <a:t>Dall-E:</a:t>
            </a:r>
          </a:p>
          <a:p>
            <a:pPr lvl="1"/>
            <a:r>
              <a:rPr lang="hu-HU" sz="1400" dirty="0"/>
              <a:t>Leírásból -&gt; képek (realisztikusok, különböző </a:t>
            </a:r>
            <a:r>
              <a:rPr lang="hu-HU" sz="1400" dirty="0" err="1"/>
              <a:t>stílusuak</a:t>
            </a:r>
            <a:r>
              <a:rPr lang="hu-HU" sz="1400" dirty="0"/>
              <a:t>)</a:t>
            </a:r>
          </a:p>
          <a:p>
            <a:pPr lvl="1"/>
            <a:r>
              <a:rPr lang="hu-HU" sz="1400" dirty="0"/>
              <a:t>Neurális háló, ami szöveg-kép párok segítségével állít elő képeket</a:t>
            </a:r>
            <a:endParaRPr lang="hu-HU" sz="1200" dirty="0"/>
          </a:p>
          <a:p>
            <a:r>
              <a:rPr lang="hu-HU" sz="2400" dirty="0"/>
              <a:t>Generálni prompt-ot és darab számot megadva lehet</a:t>
            </a:r>
          </a:p>
          <a:p>
            <a:pPr lvl="1"/>
            <a:r>
              <a:rPr lang="hu-HU" sz="1400" dirty="0"/>
              <a:t>Egyszerre csak 10 darabot, </a:t>
            </a:r>
            <a:r>
              <a:rPr lang="hu-HU" sz="1400" dirty="0" err="1"/>
              <a:t>kategóriánként</a:t>
            </a:r>
            <a:r>
              <a:rPr lang="hu-HU" sz="1400" dirty="0"/>
              <a:t> </a:t>
            </a:r>
          </a:p>
          <a:p>
            <a:pPr marL="457200" lvl="1" indent="0">
              <a:buNone/>
            </a:pPr>
            <a:r>
              <a:rPr lang="hu-HU" sz="1400" dirty="0">
                <a:sym typeface="Wingdings" panose="05000000000000000000" pitchFamily="2" charset="2"/>
              </a:rPr>
              <a:t>	 </a:t>
            </a:r>
            <a:r>
              <a:rPr lang="hu-HU" sz="1400" dirty="0"/>
              <a:t>500 db képet generáltam</a:t>
            </a:r>
          </a:p>
          <a:p>
            <a:pPr lvl="1"/>
            <a:r>
              <a:rPr lang="hu-HU" sz="1400" dirty="0"/>
              <a:t>256x256-os méretben</a:t>
            </a:r>
          </a:p>
          <a:p>
            <a:pPr lvl="1"/>
            <a:r>
              <a:rPr lang="hu-HU" sz="1400" dirty="0"/>
              <a:t>Pénzbe kerül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AC247D-0B09-717D-C8E3-42A7DC31F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63A56D2-B841-496B-A623-78E5015BFE80}" type="slidenum">
              <a:rPr lang="en-GB" smtClean="0"/>
              <a:pPr>
                <a:spcAft>
                  <a:spcPts val="600"/>
                </a:spcAft>
              </a:pPr>
              <a:t>3</a:t>
            </a:fld>
            <a:r>
              <a:rPr lang="hu-HU" dirty="0"/>
              <a:t>/9</a:t>
            </a:r>
            <a:endParaRPr lang="en-GB" dirty="0"/>
          </a:p>
        </p:txBody>
      </p:sp>
      <p:pic>
        <p:nvPicPr>
          <p:cNvPr id="12" name="Kép 11" descr="A képen szöveg, képernyőkép, Betűtípus, tervezés látható&#10;&#10;Automatikusan generált leírás">
            <a:extLst>
              <a:ext uri="{FF2B5EF4-FFF2-40B4-BE49-F238E27FC236}">
                <a16:creationId xmlns:a16="http://schemas.microsoft.com/office/drawing/2014/main" id="{39D070B9-8E74-3D05-F3B9-087BC500B4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2178" y="711577"/>
            <a:ext cx="4818888" cy="525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1338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9" name="Rectangle 101">
            <a:extLst>
              <a:ext uri="{FF2B5EF4-FFF2-40B4-BE49-F238E27FC236}">
                <a16:creationId xmlns:a16="http://schemas.microsoft.com/office/drawing/2014/main" id="{8F7AFB9A-7364-478C-B48B-8523CDD9AE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0" name="Freeform: Shape 103">
            <a:extLst>
              <a:ext uri="{FF2B5EF4-FFF2-40B4-BE49-F238E27FC236}">
                <a16:creationId xmlns:a16="http://schemas.microsoft.com/office/drawing/2014/main" id="{36678033-86B6-40E6-BE90-78D8ED4E3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096002" cy="6858000"/>
          </a:xfrm>
          <a:custGeom>
            <a:avLst/>
            <a:gdLst>
              <a:gd name="connsiteX0" fmla="*/ 0 w 6096002"/>
              <a:gd name="connsiteY0" fmla="*/ 0 h 6858000"/>
              <a:gd name="connsiteX1" fmla="*/ 4885967 w 6096002"/>
              <a:gd name="connsiteY1" fmla="*/ 0 h 6858000"/>
              <a:gd name="connsiteX2" fmla="*/ 4946007 w 6096002"/>
              <a:gd name="connsiteY2" fmla="*/ 69271 h 6858000"/>
              <a:gd name="connsiteX3" fmla="*/ 6096002 w 6096002"/>
              <a:gd name="connsiteY3" fmla="*/ 3429000 h 6858000"/>
              <a:gd name="connsiteX4" fmla="*/ 4946007 w 6096002"/>
              <a:gd name="connsiteY4" fmla="*/ 6788730 h 6858000"/>
              <a:gd name="connsiteX5" fmla="*/ 4885967 w 6096002"/>
              <a:gd name="connsiteY5" fmla="*/ 6858000 h 6858000"/>
              <a:gd name="connsiteX6" fmla="*/ 0 w 609600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2" h="6858000">
                <a:moveTo>
                  <a:pt x="0" y="0"/>
                </a:moveTo>
                <a:lnTo>
                  <a:pt x="4885967" y="0"/>
                </a:lnTo>
                <a:lnTo>
                  <a:pt x="4946007" y="69271"/>
                </a:lnTo>
                <a:cubicBezTo>
                  <a:pt x="5656533" y="929100"/>
                  <a:pt x="6096002" y="2116944"/>
                  <a:pt x="6096002" y="3429000"/>
                </a:cubicBezTo>
                <a:cubicBezTo>
                  <a:pt x="6096002" y="4741056"/>
                  <a:pt x="5656533" y="5928900"/>
                  <a:pt x="4946007" y="6788730"/>
                </a:cubicBezTo>
                <a:lnTo>
                  <a:pt x="4885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6" name="Freeform: Shape 105">
            <a:extLst>
              <a:ext uri="{FF2B5EF4-FFF2-40B4-BE49-F238E27FC236}">
                <a16:creationId xmlns:a16="http://schemas.microsoft.com/office/drawing/2014/main" id="{D2542E1A-076E-4A34-BB67-2BF961754E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5370" cy="6858000"/>
          </a:xfrm>
          <a:custGeom>
            <a:avLst/>
            <a:gdLst>
              <a:gd name="connsiteX0" fmla="*/ 0 w 6085370"/>
              <a:gd name="connsiteY0" fmla="*/ 0 h 6858000"/>
              <a:gd name="connsiteX1" fmla="*/ 4875335 w 6085370"/>
              <a:gd name="connsiteY1" fmla="*/ 0 h 6858000"/>
              <a:gd name="connsiteX2" fmla="*/ 4935375 w 6085370"/>
              <a:gd name="connsiteY2" fmla="*/ 69271 h 6858000"/>
              <a:gd name="connsiteX3" fmla="*/ 6085370 w 6085370"/>
              <a:gd name="connsiteY3" fmla="*/ 3429000 h 6858000"/>
              <a:gd name="connsiteX4" fmla="*/ 4935375 w 6085370"/>
              <a:gd name="connsiteY4" fmla="*/ 6788730 h 6858000"/>
              <a:gd name="connsiteX5" fmla="*/ 4875335 w 6085370"/>
              <a:gd name="connsiteY5" fmla="*/ 6858000 h 6858000"/>
              <a:gd name="connsiteX6" fmla="*/ 0 w 60853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5370" h="6858000">
                <a:moveTo>
                  <a:pt x="0" y="0"/>
                </a:moveTo>
                <a:lnTo>
                  <a:pt x="4875335" y="0"/>
                </a:lnTo>
                <a:lnTo>
                  <a:pt x="4935375" y="69271"/>
                </a:lnTo>
                <a:cubicBezTo>
                  <a:pt x="5645901" y="929100"/>
                  <a:pt x="6085370" y="2116944"/>
                  <a:pt x="6085370" y="3429000"/>
                </a:cubicBezTo>
                <a:cubicBezTo>
                  <a:pt x="6085370" y="4741056"/>
                  <a:pt x="5645901" y="5928900"/>
                  <a:pt x="4935375" y="6788730"/>
                </a:cubicBezTo>
                <a:lnTo>
                  <a:pt x="487533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53428E-2C65-D26A-9831-B50572395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3" y="859536"/>
            <a:ext cx="4832802" cy="124358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400"/>
              <a:t>Modell felépítéshez szükséges lépések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75C56826-D4E5-42ED-8529-079651CB3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52144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82095FCE-EF05-4443-B97A-85DEE3A5C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912" y="2185062"/>
            <a:ext cx="49834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882D4-5DC7-9C3A-DE64-418E17DB6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912" y="2512611"/>
            <a:ext cx="4832803" cy="366435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dirty="0" err="1"/>
              <a:t>Tavaly</a:t>
            </a:r>
            <a:r>
              <a:rPr lang="en-US" sz="2000" dirty="0"/>
              <a:t> </a:t>
            </a:r>
            <a:r>
              <a:rPr lang="en-US" sz="2000" dirty="0" err="1"/>
              <a:t>készített</a:t>
            </a:r>
            <a:r>
              <a:rPr lang="en-US" sz="2000" dirty="0"/>
              <a:t> </a:t>
            </a:r>
            <a:r>
              <a:rPr lang="en-US" sz="2000" dirty="0" err="1"/>
              <a:t>AlexNet</a:t>
            </a:r>
            <a:r>
              <a:rPr lang="en-US" sz="2000" dirty="0"/>
              <a:t> </a:t>
            </a:r>
            <a:r>
              <a:rPr lang="en-US" sz="2000" dirty="0" err="1"/>
              <a:t>modellemet</a:t>
            </a:r>
            <a:r>
              <a:rPr lang="en-US" sz="2000" dirty="0"/>
              <a:t> </a:t>
            </a:r>
            <a:r>
              <a:rPr lang="en-US" sz="2000" dirty="0" err="1"/>
              <a:t>kiegészítettem</a:t>
            </a:r>
            <a:endParaRPr lang="hu-HU" sz="2000" dirty="0"/>
          </a:p>
          <a:p>
            <a:r>
              <a:rPr lang="hu-HU" sz="2000" dirty="0"/>
              <a:t>Adat </a:t>
            </a:r>
            <a:r>
              <a:rPr lang="hu-HU" sz="2000" dirty="0" err="1"/>
              <a:t>augmentáció</a:t>
            </a:r>
            <a:r>
              <a:rPr lang="hu-HU" sz="2000" dirty="0"/>
              <a:t> és </a:t>
            </a:r>
            <a:r>
              <a:rPr lang="hu-HU" sz="2000" dirty="0" err="1"/>
              <a:t>Rescaling</a:t>
            </a:r>
            <a:r>
              <a:rPr lang="hu-HU" sz="2000" dirty="0"/>
              <a:t> réteg hozzáadása</a:t>
            </a:r>
          </a:p>
          <a:p>
            <a:r>
              <a:rPr lang="hu-HU" sz="2000" dirty="0" err="1"/>
              <a:t>Compile</a:t>
            </a:r>
            <a:r>
              <a:rPr lang="hu-HU" sz="2000" dirty="0"/>
              <a:t> beállításait változtattam</a:t>
            </a:r>
          </a:p>
          <a:p>
            <a:pPr lvl="1"/>
            <a:r>
              <a:rPr lang="hu-HU" sz="2000" i="1" dirty="0" err="1"/>
              <a:t>Loss</a:t>
            </a:r>
            <a:r>
              <a:rPr lang="hu-HU" sz="2000" dirty="0"/>
              <a:t>: </a:t>
            </a:r>
            <a:r>
              <a:rPr lang="hu-HU" sz="2000" dirty="0" err="1"/>
              <a:t>SparseCategoricalCrossentropy</a:t>
            </a:r>
            <a:endParaRPr lang="hu-HU" sz="2000" dirty="0"/>
          </a:p>
          <a:p>
            <a:pPr lvl="1"/>
            <a:r>
              <a:rPr lang="hu-HU" sz="2000" i="1" dirty="0" err="1"/>
              <a:t>Optimizer</a:t>
            </a:r>
            <a:r>
              <a:rPr lang="hu-HU" sz="2000" dirty="0"/>
              <a:t>: olyan metódus, ami a súlyokat és a tanulási ráta értékét változtatja, a veszteség csökkentésének érdekében</a:t>
            </a:r>
          </a:p>
          <a:p>
            <a:pPr lvl="2"/>
            <a:r>
              <a:rPr lang="hu-HU" sz="1600" dirty="0"/>
              <a:t>Adam és </a:t>
            </a:r>
            <a:r>
              <a:rPr lang="hu-HU" sz="1600" dirty="0" err="1"/>
              <a:t>Nadam</a:t>
            </a:r>
            <a:endParaRPr lang="hu-HU" sz="1600" dirty="0"/>
          </a:p>
        </p:txBody>
      </p:sp>
      <p:pic>
        <p:nvPicPr>
          <p:cNvPr id="10" name="Kép 9" descr="A képen szöveg, képernyőkép, Betűtípus látható&#10;&#10;Automatikusan generált leírás">
            <a:extLst>
              <a:ext uri="{FF2B5EF4-FFF2-40B4-BE49-F238E27FC236}">
                <a16:creationId xmlns:a16="http://schemas.microsoft.com/office/drawing/2014/main" id="{1486BF5C-D35A-11ED-A4E6-1E31906E6BF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795" t="13112" b="6989"/>
          <a:stretch/>
        </p:blipFill>
        <p:spPr>
          <a:xfrm>
            <a:off x="5210929" y="3796293"/>
            <a:ext cx="6286966" cy="1131078"/>
          </a:xfrm>
          <a:prstGeom prst="rect">
            <a:avLst/>
          </a:prstGeom>
        </p:spPr>
      </p:pic>
      <p:pic>
        <p:nvPicPr>
          <p:cNvPr id="8" name="Kép 7" descr="A képen képernyőkép, szöveg látható&#10;&#10;Automatikusan generált leírás">
            <a:extLst>
              <a:ext uri="{FF2B5EF4-FFF2-40B4-BE49-F238E27FC236}">
                <a16:creationId xmlns:a16="http://schemas.microsoft.com/office/drawing/2014/main" id="{0203783C-C109-FAF4-F442-1C1F1F3E000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92" t="15931" r="4114" b="11306"/>
          <a:stretch/>
        </p:blipFill>
        <p:spPr>
          <a:xfrm>
            <a:off x="4708503" y="1428979"/>
            <a:ext cx="7291819" cy="69101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AC247D-0B09-717D-C8E3-42A7DC31F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99990" y="6356350"/>
            <a:ext cx="1426464" cy="365125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spcAft>
                <a:spcPts val="600"/>
              </a:spcAft>
            </a:pPr>
            <a:fld id="{C63A56D2-B841-496B-A623-78E5015BFE80}" type="slidenum">
              <a:rPr lang="en-US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4</a:t>
            </a:fld>
            <a:r>
              <a:rPr lang="hu-HU" dirty="0"/>
              <a:t>/9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5" name="Nyíl: lefelé mutató 14">
            <a:extLst>
              <a:ext uri="{FF2B5EF4-FFF2-40B4-BE49-F238E27FC236}">
                <a16:creationId xmlns:a16="http://schemas.microsoft.com/office/drawing/2014/main" id="{084CB8F9-6EDE-49EB-B5A0-96B6943ABEC1}"/>
              </a:ext>
            </a:extLst>
          </p:cNvPr>
          <p:cNvSpPr/>
          <p:nvPr/>
        </p:nvSpPr>
        <p:spPr>
          <a:xfrm>
            <a:off x="7842138" y="2269025"/>
            <a:ext cx="1024548" cy="1434336"/>
          </a:xfrm>
          <a:prstGeom prst="downArrow">
            <a:avLst/>
          </a:prstGeom>
          <a:solidFill>
            <a:schemeClr val="accent2">
              <a:lumMod val="75000"/>
              <a:alpha val="5000"/>
            </a:schemeClr>
          </a:solidFill>
          <a:ln w="180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endParaRPr lang="en-US">
              <a:solidFill>
                <a:srgbClr val="E7122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9767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2">
            <a:extLst>
              <a:ext uri="{FF2B5EF4-FFF2-40B4-BE49-F238E27FC236}">
                <a16:creationId xmlns:a16="http://schemas.microsoft.com/office/drawing/2014/main" id="{A51A0227-072A-4F5F-928C-E2C3E5CCD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53428E-2C65-D26A-9831-B50572395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440365"/>
            <a:ext cx="4245864" cy="1722691"/>
          </a:xfrm>
        </p:spPr>
        <p:txBody>
          <a:bodyPr anchor="ctr">
            <a:normAutofit/>
          </a:bodyPr>
          <a:lstStyle/>
          <a:p>
            <a:r>
              <a:rPr lang="hu-HU" sz="4600" dirty="0"/>
              <a:t>Összehasonlítás: tanulás alapján</a:t>
            </a:r>
            <a:endParaRPr lang="en-GB" sz="4600" dirty="0"/>
          </a:p>
        </p:txBody>
      </p:sp>
      <p:pic>
        <p:nvPicPr>
          <p:cNvPr id="10" name="Kép 5" descr="A képen szöveg, képernyőkép, Diagram, sor látható&#10;&#10;Automatikusan generált leírás">
            <a:extLst>
              <a:ext uri="{FF2B5EF4-FFF2-40B4-BE49-F238E27FC236}">
                <a16:creationId xmlns:a16="http://schemas.microsoft.com/office/drawing/2014/main" id="{44058555-2F6B-178E-5AA1-0E651E422E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320041"/>
            <a:ext cx="4355956" cy="3288746"/>
          </a:xfrm>
          <a:prstGeom prst="rect">
            <a:avLst/>
          </a:prstGeom>
        </p:spPr>
      </p:pic>
      <p:pic>
        <p:nvPicPr>
          <p:cNvPr id="11" name="Kép 34" descr="A képen szöveg, Diagram, képernyőkép, sor látható&#10;&#10;Automatikusan generált leírás">
            <a:extLst>
              <a:ext uri="{FF2B5EF4-FFF2-40B4-BE49-F238E27FC236}">
                <a16:creationId xmlns:a16="http://schemas.microsoft.com/office/drawing/2014/main" id="{77470F62-4425-EE71-6A90-D599ACAE65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3300" y="320040"/>
            <a:ext cx="4449244" cy="3325811"/>
          </a:xfrm>
          <a:prstGeom prst="rect">
            <a:avLst/>
          </a:prstGeom>
        </p:spPr>
      </p:pic>
      <p:sp>
        <p:nvSpPr>
          <p:cNvPr id="25" name="sketchy line">
            <a:extLst>
              <a:ext uri="{FF2B5EF4-FFF2-40B4-BE49-F238E27FC236}">
                <a16:creationId xmlns:a16="http://schemas.microsoft.com/office/drawing/2014/main" id="{35D99776-4B38-47DF-A302-11AD9AF87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337304" y="5292566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artalom helye 4">
            <a:extLst>
              <a:ext uri="{FF2B5EF4-FFF2-40B4-BE49-F238E27FC236}">
                <a16:creationId xmlns:a16="http://schemas.microsoft.com/office/drawing/2014/main" id="{BC1D6BBB-DA2F-DBEF-7703-938A0DBEA6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999" y="4440365"/>
            <a:ext cx="6214871" cy="2417635"/>
          </a:xfrm>
        </p:spPr>
        <p:txBody>
          <a:bodyPr anchor="ctr">
            <a:normAutofit/>
          </a:bodyPr>
          <a:lstStyle/>
          <a:p>
            <a:r>
              <a:rPr lang="hu-HU" sz="2200" dirty="0" err="1"/>
              <a:t>Epoch</a:t>
            </a:r>
            <a:r>
              <a:rPr lang="hu-HU" sz="2200" dirty="0"/>
              <a:t> száma: 60</a:t>
            </a:r>
          </a:p>
          <a:p>
            <a:r>
              <a:rPr lang="hu-HU" sz="2200" dirty="0"/>
              <a:t>Adam:</a:t>
            </a:r>
          </a:p>
          <a:p>
            <a:pPr lvl="1"/>
            <a:r>
              <a:rPr lang="hu-HU" sz="1800" dirty="0" err="1"/>
              <a:t>Validation</a:t>
            </a:r>
            <a:r>
              <a:rPr lang="hu-HU" sz="1800" dirty="0"/>
              <a:t> </a:t>
            </a:r>
            <a:r>
              <a:rPr lang="hu-HU" sz="1800" dirty="0" err="1"/>
              <a:t>accuracy</a:t>
            </a:r>
            <a:r>
              <a:rPr lang="hu-HU" sz="1800" dirty="0"/>
              <a:t>: 0.4-et közelitő</a:t>
            </a:r>
          </a:p>
          <a:p>
            <a:r>
              <a:rPr lang="hu-HU" sz="2200" dirty="0" err="1"/>
              <a:t>Nadam</a:t>
            </a:r>
            <a:endParaRPr lang="hu-HU" sz="2200" dirty="0"/>
          </a:p>
          <a:p>
            <a:pPr lvl="1"/>
            <a:r>
              <a:rPr lang="hu-HU" sz="1800" dirty="0" err="1"/>
              <a:t>Validation</a:t>
            </a:r>
            <a:r>
              <a:rPr lang="hu-HU" sz="1800" dirty="0"/>
              <a:t> </a:t>
            </a:r>
            <a:r>
              <a:rPr lang="hu-HU" sz="1800" dirty="0" err="1"/>
              <a:t>accuracy</a:t>
            </a:r>
            <a:r>
              <a:rPr lang="hu-HU" sz="1800" dirty="0"/>
              <a:t>: ~0.4</a:t>
            </a:r>
          </a:p>
          <a:p>
            <a:pPr lvl="1"/>
            <a:endParaRPr lang="hu-HU" sz="1800" dirty="0"/>
          </a:p>
          <a:p>
            <a:pPr lvl="1"/>
            <a:endParaRPr lang="hu-HU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AC247D-0B09-717D-C8E3-42A7DC31F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63A56D2-B841-496B-A623-78E5015BFE80}" type="slidenum">
              <a:rPr lang="en-GB" smtClean="0"/>
              <a:pPr>
                <a:spcAft>
                  <a:spcPts val="600"/>
                </a:spcAft>
              </a:pPr>
              <a:t>5</a:t>
            </a:fld>
            <a:r>
              <a:rPr lang="hu-HU" dirty="0"/>
              <a:t>/9</a:t>
            </a:r>
            <a:endParaRPr lang="en-GB" dirty="0"/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DA5D7636-BE60-DB9B-F19B-E4825300251D}"/>
              </a:ext>
            </a:extLst>
          </p:cNvPr>
          <p:cNvSpPr txBox="1"/>
          <p:nvPr/>
        </p:nvSpPr>
        <p:spPr>
          <a:xfrm>
            <a:off x="2484015" y="3744162"/>
            <a:ext cx="12066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b="1" dirty="0" err="1"/>
              <a:t>adam</a:t>
            </a:r>
            <a:endParaRPr lang="hu-HU" b="1" dirty="0"/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26D348A2-5926-0D7D-CD94-CB0DAB89CCC9}"/>
              </a:ext>
            </a:extLst>
          </p:cNvPr>
          <p:cNvSpPr txBox="1"/>
          <p:nvPr/>
        </p:nvSpPr>
        <p:spPr>
          <a:xfrm>
            <a:off x="8587922" y="3744162"/>
            <a:ext cx="9476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400" b="1" dirty="0" err="1"/>
              <a:t>Nadam</a:t>
            </a:r>
            <a:endParaRPr lang="hu-HU" b="1" dirty="0"/>
          </a:p>
        </p:txBody>
      </p:sp>
    </p:spTree>
    <p:extLst>
      <p:ext uri="{BB962C8B-B14F-4D97-AF65-F5344CB8AC3E}">
        <p14:creationId xmlns:p14="http://schemas.microsoft.com/office/powerpoint/2010/main" val="4202423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Kép 30" descr="A képen emlős, kültéri, ló, fa látható&#10;&#10;Automatikusan generált leírás">
            <a:extLst>
              <a:ext uri="{FF2B5EF4-FFF2-40B4-BE49-F238E27FC236}">
                <a16:creationId xmlns:a16="http://schemas.microsoft.com/office/drawing/2014/main" id="{CBE39511-7E48-ECB2-F331-35ADB384159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672" y="2039937"/>
            <a:ext cx="2120900" cy="2120900"/>
          </a:xfrm>
          <a:prstGeom prst="rect">
            <a:avLst/>
          </a:prstGeom>
        </p:spPr>
      </p:pic>
      <p:pic>
        <p:nvPicPr>
          <p:cNvPr id="11" name="Kép 13">
            <a:extLst>
              <a:ext uri="{FF2B5EF4-FFF2-40B4-BE49-F238E27FC236}">
                <a16:creationId xmlns:a16="http://schemas.microsoft.com/office/drawing/2014/main" id="{F7420157-0242-1EF8-47E9-48B27B8CB96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672" y="4235450"/>
            <a:ext cx="2120900" cy="2120900"/>
          </a:xfrm>
          <a:prstGeom prst="rect">
            <a:avLst/>
          </a:prstGeom>
        </p:spPr>
      </p:pic>
      <p:pic>
        <p:nvPicPr>
          <p:cNvPr id="7" name="Kép 10" descr="A képen ég, kültéri, repülőgép, közlekedés látható&#10;&#10;Automatikusan generált leírás">
            <a:extLst>
              <a:ext uri="{FF2B5EF4-FFF2-40B4-BE49-F238E27FC236}">
                <a16:creationId xmlns:a16="http://schemas.microsoft.com/office/drawing/2014/main" id="{6C02702F-A947-F5F2-59C8-A777E113E8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6772" y="2039937"/>
            <a:ext cx="2120900" cy="2120900"/>
          </a:xfrm>
          <a:prstGeom prst="rect">
            <a:avLst/>
          </a:prstGeom>
        </p:spPr>
      </p:pic>
      <p:pic>
        <p:nvPicPr>
          <p:cNvPr id="14" name="Kép 24" descr="A képen béka, kétéltű, Valódi béka, varangy látható&#10;&#10;Automatikusan generált leírás">
            <a:extLst>
              <a:ext uri="{FF2B5EF4-FFF2-40B4-BE49-F238E27FC236}">
                <a16:creationId xmlns:a16="http://schemas.microsoft.com/office/drawing/2014/main" id="{1BACBFD3-A6BD-479B-2CFE-CE59935A274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6772" y="4235450"/>
            <a:ext cx="2120900" cy="2120900"/>
          </a:xfrm>
          <a:prstGeom prst="rect">
            <a:avLst/>
          </a:prstGeom>
        </p:spPr>
      </p:pic>
      <p:pic>
        <p:nvPicPr>
          <p:cNvPr id="10" name="Kép 11" descr="A képen jármű, gumiabroncs, autó, közlekedés látható&#10;&#10;Automatikusan generált leírás">
            <a:extLst>
              <a:ext uri="{FF2B5EF4-FFF2-40B4-BE49-F238E27FC236}">
                <a16:creationId xmlns:a16="http://schemas.microsoft.com/office/drawing/2014/main" id="{742C2788-531D-2DFD-6CA4-70303FDCCF4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2284" y="2039937"/>
            <a:ext cx="2120900" cy="2120900"/>
          </a:xfrm>
          <a:prstGeom prst="rect">
            <a:avLst/>
          </a:prstGeom>
        </p:spPr>
      </p:pic>
      <p:pic>
        <p:nvPicPr>
          <p:cNvPr id="13" name="Kép 22" descr="A képen emlős, fű, kültéri, kutya látható&#10;&#10;Automatikusan generált leírás">
            <a:extLst>
              <a:ext uri="{FF2B5EF4-FFF2-40B4-BE49-F238E27FC236}">
                <a16:creationId xmlns:a16="http://schemas.microsoft.com/office/drawing/2014/main" id="{3E6FB299-2EC0-B734-422A-0089A89E5A5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2284" y="4235450"/>
            <a:ext cx="2120900" cy="2120900"/>
          </a:xfrm>
          <a:prstGeom prst="rect">
            <a:avLst/>
          </a:prstGeom>
        </p:spPr>
      </p:pic>
      <p:pic>
        <p:nvPicPr>
          <p:cNvPr id="12" name="Kép 21" descr="A képen emlős, fa, szarvas, kültéri látható&#10;&#10;Automatikusan generált leírás">
            <a:extLst>
              <a:ext uri="{FF2B5EF4-FFF2-40B4-BE49-F238E27FC236}">
                <a16:creationId xmlns:a16="http://schemas.microsoft.com/office/drawing/2014/main" id="{11F17E52-A016-ECFC-A1ED-9479A87C67B8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7797" y="2039937"/>
            <a:ext cx="2120900" cy="2120900"/>
          </a:xfrm>
          <a:prstGeom prst="rect">
            <a:avLst/>
          </a:prstGeom>
        </p:spPr>
      </p:pic>
      <p:pic>
        <p:nvPicPr>
          <p:cNvPr id="16" name="Kép 35" descr="A képen Emberi arc, személy, Divatkiegészítő, mosoly látható&#10;&#10;Automatikusan generált leírás">
            <a:extLst>
              <a:ext uri="{FF2B5EF4-FFF2-40B4-BE49-F238E27FC236}">
                <a16:creationId xmlns:a16="http://schemas.microsoft.com/office/drawing/2014/main" id="{629E95F8-4D91-55B0-0EC5-50E2F258EF6C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7797" y="4235450"/>
            <a:ext cx="2120900" cy="2120900"/>
          </a:xfrm>
          <a:prstGeom prst="rect">
            <a:avLst/>
          </a:prstGeom>
        </p:spPr>
      </p:pic>
      <p:pic>
        <p:nvPicPr>
          <p:cNvPr id="8" name="Kép 9" descr="A bird standing on grass&#10;&#10;Description automatically generated with low confidence">
            <a:extLst>
              <a:ext uri="{FF2B5EF4-FFF2-40B4-BE49-F238E27FC236}">
                <a16:creationId xmlns:a16="http://schemas.microsoft.com/office/drawing/2014/main" id="{9BB32E81-B931-F27D-0B13-A52BD08F7712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3309" y="2039937"/>
            <a:ext cx="2120900" cy="2120900"/>
          </a:xfrm>
          <a:prstGeom prst="rect">
            <a:avLst/>
          </a:prstGeom>
        </p:spPr>
      </p:pic>
      <p:pic>
        <p:nvPicPr>
          <p:cNvPr id="19" name="Kép 36" descr="A képen kerék, közlekedés, jármű, Szárazföldi jármű látható&#10;&#10;Automatikusan generált leírás">
            <a:extLst>
              <a:ext uri="{FF2B5EF4-FFF2-40B4-BE49-F238E27FC236}">
                <a16:creationId xmlns:a16="http://schemas.microsoft.com/office/drawing/2014/main" id="{442FD544-C5A3-C72C-29FA-DED45F7D3C3A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3309" y="4235450"/>
            <a:ext cx="2120900" cy="21209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053428E-2C65-D26A-9831-B50572395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40044" y="136525"/>
            <a:ext cx="10515600" cy="94266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Teszt</a:t>
            </a:r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eredmények</a:t>
            </a:r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: </a:t>
            </a:r>
            <a:r>
              <a:rPr lang="en-US" sz="5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generált</a:t>
            </a:r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képek</a:t>
            </a:r>
            <a:endParaRPr lang="en-US" sz="5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AC247D-0B09-717D-C8E3-42A7DC31F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63A56D2-B841-496B-A623-78E5015BFE80}" type="slidenum">
              <a:rPr lang="en-US" smtClean="0"/>
              <a:pPr>
                <a:spcAft>
                  <a:spcPts val="600"/>
                </a:spcAft>
              </a:pPr>
              <a:t>6</a:t>
            </a:fld>
            <a:r>
              <a:rPr lang="hu-HU" dirty="0"/>
              <a:t>/9</a:t>
            </a:r>
            <a:endParaRPr lang="en-US" dirty="0"/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555BC809-FF27-4464-2AE9-2411A8791C75}"/>
              </a:ext>
            </a:extLst>
          </p:cNvPr>
          <p:cNvSpPr txBox="1"/>
          <p:nvPr/>
        </p:nvSpPr>
        <p:spPr>
          <a:xfrm>
            <a:off x="540798" y="1135205"/>
            <a:ext cx="80698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Tesztelést </a:t>
            </a:r>
            <a:r>
              <a:rPr lang="hu-HU" dirty="0" err="1"/>
              <a:t>kategóriánként</a:t>
            </a:r>
            <a:r>
              <a:rPr lang="hu-HU" dirty="0"/>
              <a:t> 1 képre elvégezetem:</a:t>
            </a:r>
          </a:p>
          <a:p>
            <a:r>
              <a:rPr lang="hu-HU" dirty="0"/>
              <a:t>Sikeres találatok mennyisége: 	</a:t>
            </a:r>
            <a:r>
              <a:rPr lang="hu-HU" b="1" dirty="0"/>
              <a:t>Adam</a:t>
            </a:r>
            <a:r>
              <a:rPr lang="hu-HU" dirty="0"/>
              <a:t>: 4/10		</a:t>
            </a:r>
            <a:r>
              <a:rPr lang="hu-HU" b="1" dirty="0" err="1"/>
              <a:t>Nadam</a:t>
            </a:r>
            <a:r>
              <a:rPr lang="hu-HU" dirty="0"/>
              <a:t>: 4/10</a:t>
            </a:r>
          </a:p>
        </p:txBody>
      </p:sp>
    </p:spTree>
    <p:extLst>
      <p:ext uri="{BB962C8B-B14F-4D97-AF65-F5344CB8AC3E}">
        <p14:creationId xmlns:p14="http://schemas.microsoft.com/office/powerpoint/2010/main" val="3063588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3B47FC9C-2ED3-4100-A4EF-E8CDFEE106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Kép 37">
            <a:extLst>
              <a:ext uri="{FF2B5EF4-FFF2-40B4-BE49-F238E27FC236}">
                <a16:creationId xmlns:a16="http://schemas.microsoft.com/office/drawing/2014/main" id="{939D9E7F-2806-0FAA-E3FB-214A84749C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92041" y="1915289"/>
            <a:ext cx="4511675" cy="4629150"/>
          </a:xfrm>
          <a:prstGeom prst="rect">
            <a:avLst/>
          </a:prstGeom>
        </p:spPr>
      </p:pic>
      <p:pic>
        <p:nvPicPr>
          <p:cNvPr id="6" name="Kép 39">
            <a:extLst>
              <a:ext uri="{FF2B5EF4-FFF2-40B4-BE49-F238E27FC236}">
                <a16:creationId xmlns:a16="http://schemas.microsoft.com/office/drawing/2014/main" id="{F09B4364-428A-0132-1512-CC9DBE3FBD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4103" y="1915289"/>
            <a:ext cx="4529138" cy="46291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053428E-2C65-D26A-9831-B50572395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8714"/>
            <a:ext cx="10515600" cy="94266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Teszt</a:t>
            </a:r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eredmények</a:t>
            </a:r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: CIFAR10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AC247D-0B09-717D-C8E3-42A7DC31F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61877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63A56D2-B841-496B-A623-78E5015BFE80}" type="slidenum">
              <a:rPr lang="en-US" smtClean="0"/>
              <a:pPr>
                <a:spcAft>
                  <a:spcPts val="600"/>
                </a:spcAft>
              </a:pPr>
              <a:t>7</a:t>
            </a:fld>
            <a:r>
              <a:rPr lang="hu-HU" dirty="0"/>
              <a:t>/9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DC1EAD-67C0-E845-FCC5-3AFCF16531DE}"/>
              </a:ext>
            </a:extLst>
          </p:cNvPr>
          <p:cNvSpPr txBox="1"/>
          <p:nvPr/>
        </p:nvSpPr>
        <p:spPr>
          <a:xfrm>
            <a:off x="919580" y="3284798"/>
            <a:ext cx="461665" cy="801133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hu-HU" b="1" dirty="0" err="1"/>
              <a:t>adam</a:t>
            </a:r>
            <a:endParaRPr lang="en-GB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801AAB-C2F2-EB23-5B63-6F1228528EE6}"/>
              </a:ext>
            </a:extLst>
          </p:cNvPr>
          <p:cNvSpPr txBox="1"/>
          <p:nvPr/>
        </p:nvSpPr>
        <p:spPr>
          <a:xfrm>
            <a:off x="10733598" y="3429000"/>
            <a:ext cx="461665" cy="865848"/>
          </a:xfrm>
          <a:prstGeom prst="rect">
            <a:avLst/>
          </a:prstGeom>
          <a:noFill/>
        </p:spPr>
        <p:txBody>
          <a:bodyPr vert="vert" wrap="square" rtlCol="0">
            <a:spAutoFit/>
          </a:bodyPr>
          <a:lstStyle/>
          <a:p>
            <a:r>
              <a:rPr lang="hu-HU" b="1" dirty="0" err="1"/>
              <a:t>Nadam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8850320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3B47FC9C-2ED3-4100-A4EF-E8CDFEE106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Kép 3">
            <a:extLst>
              <a:ext uri="{FF2B5EF4-FFF2-40B4-BE49-F238E27FC236}">
                <a16:creationId xmlns:a16="http://schemas.microsoft.com/office/drawing/2014/main" id="{09FFE95F-82DE-F960-C940-6685EFF5C8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9" t="1739" r="1598"/>
          <a:stretch/>
        </p:blipFill>
        <p:spPr bwMode="auto">
          <a:xfrm>
            <a:off x="1303338" y="1671655"/>
            <a:ext cx="4811713" cy="4629150"/>
          </a:xfrm>
          <a:prstGeom prst="rect">
            <a:avLst/>
          </a:prstGeom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Kép 18">
            <a:extLst>
              <a:ext uri="{FF2B5EF4-FFF2-40B4-BE49-F238E27FC236}">
                <a16:creationId xmlns:a16="http://schemas.microsoft.com/office/drawing/2014/main" id="{FE66A459-6F9E-7E70-425F-39AD0253E5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051" y="1671655"/>
            <a:ext cx="4781550" cy="46291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053428E-2C65-D26A-9831-B50572395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50" y="309078"/>
            <a:ext cx="10515600" cy="94266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Összehasonlítás</a:t>
            </a:r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: </a:t>
            </a:r>
            <a:r>
              <a:rPr lang="en-US" sz="5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konfúziós</a:t>
            </a:r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mátrix</a:t>
            </a:r>
            <a:endParaRPr lang="en-US" sz="5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AC247D-0B09-717D-C8E3-42A7DC31F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63A56D2-B841-496B-A623-78E5015BFE80}" type="slidenum">
              <a:rPr lang="en-US" smtClean="0"/>
              <a:pPr>
                <a:spcAft>
                  <a:spcPts val="600"/>
                </a:spcAft>
              </a:pPr>
              <a:t>8</a:t>
            </a:fld>
            <a:r>
              <a:rPr lang="hu-HU" dirty="0"/>
              <a:t>/9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8BCE97-05C8-DB40-ADCE-1A5ACE731C4A}"/>
              </a:ext>
            </a:extLst>
          </p:cNvPr>
          <p:cNvSpPr txBox="1"/>
          <p:nvPr/>
        </p:nvSpPr>
        <p:spPr>
          <a:xfrm>
            <a:off x="588317" y="3429000"/>
            <a:ext cx="461665" cy="635973"/>
          </a:xfrm>
          <a:prstGeom prst="rect">
            <a:avLst/>
          </a:prstGeom>
          <a:noFill/>
        </p:spPr>
        <p:txBody>
          <a:bodyPr vert="vert270" wrap="square">
            <a:spAutoFit/>
          </a:bodyPr>
          <a:lstStyle/>
          <a:p>
            <a:r>
              <a:rPr lang="hu-HU" b="1" dirty="0" err="1"/>
              <a:t>adam</a:t>
            </a:r>
            <a:endParaRPr lang="en-GB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42ADB2-97D1-D9B8-3328-D2DC0EB8B607}"/>
              </a:ext>
            </a:extLst>
          </p:cNvPr>
          <p:cNvSpPr txBox="1"/>
          <p:nvPr/>
        </p:nvSpPr>
        <p:spPr>
          <a:xfrm>
            <a:off x="11081110" y="3429000"/>
            <a:ext cx="461665" cy="780412"/>
          </a:xfrm>
          <a:prstGeom prst="rect">
            <a:avLst/>
          </a:prstGeom>
          <a:noFill/>
        </p:spPr>
        <p:txBody>
          <a:bodyPr vert="vert" wrap="square">
            <a:spAutoFit/>
          </a:bodyPr>
          <a:lstStyle/>
          <a:p>
            <a:r>
              <a:rPr lang="hu-HU" b="1" dirty="0" err="1"/>
              <a:t>Nadam</a:t>
            </a:r>
            <a:endParaRPr lang="en-GB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EA64FC-3D2B-8392-D0B1-9A2DC9351A5A}"/>
              </a:ext>
            </a:extLst>
          </p:cNvPr>
          <p:cNvSpPr txBox="1"/>
          <p:nvPr/>
        </p:nvSpPr>
        <p:spPr>
          <a:xfrm>
            <a:off x="2053389" y="1168752"/>
            <a:ext cx="90886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/>
              <a:t>Továbbiakban nézzük meg egy CIFAR10-en betanult és tesztelt modellhez hasonlítva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88104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8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53428E-2C65-D26A-9831-B50572395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9706"/>
            <a:ext cx="10515600" cy="1325563"/>
          </a:xfrm>
        </p:spPr>
        <p:txBody>
          <a:bodyPr>
            <a:normAutofit/>
          </a:bodyPr>
          <a:lstStyle/>
          <a:p>
            <a:r>
              <a:rPr lang="hu-HU" sz="5400" dirty="0"/>
              <a:t>Végső megítélés</a:t>
            </a:r>
            <a:endParaRPr lang="en-GB" sz="5400" dirty="0"/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882D4-5DC7-9C3A-DE64-418E17DB6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hu-HU" sz="2400" dirty="0"/>
              <a:t>Nem sikertelen:</a:t>
            </a:r>
          </a:p>
          <a:p>
            <a:pPr lvl="1"/>
            <a:r>
              <a:rPr lang="hu-HU" sz="2000" dirty="0"/>
              <a:t>Adam: </a:t>
            </a:r>
            <a:r>
              <a:rPr lang="hu-HU" sz="2000" dirty="0" err="1"/>
              <a:t>deer</a:t>
            </a:r>
            <a:endParaRPr lang="hu-HU" sz="2000" dirty="0"/>
          </a:p>
          <a:p>
            <a:pPr lvl="1"/>
            <a:r>
              <a:rPr lang="hu-HU" sz="2000" dirty="0" err="1"/>
              <a:t>Nadam</a:t>
            </a:r>
            <a:r>
              <a:rPr lang="hu-HU" sz="2000" dirty="0"/>
              <a:t>: </a:t>
            </a:r>
            <a:r>
              <a:rPr lang="hu-HU" sz="2000" dirty="0" err="1"/>
              <a:t>ship</a:t>
            </a:r>
            <a:endParaRPr lang="hu-HU" sz="2000" dirty="0"/>
          </a:p>
          <a:p>
            <a:r>
              <a:rPr lang="hu-HU" sz="2400" dirty="0"/>
              <a:t>Akadály lehetett:</a:t>
            </a:r>
          </a:p>
          <a:p>
            <a:pPr lvl="1"/>
            <a:r>
              <a:rPr lang="hu-HU" sz="2000" dirty="0"/>
              <a:t>Kevés kép</a:t>
            </a:r>
          </a:p>
          <a:p>
            <a:pPr lvl="1"/>
            <a:r>
              <a:rPr lang="hu-HU" sz="2000" dirty="0"/>
              <a:t>A képek „jósága”</a:t>
            </a:r>
          </a:p>
          <a:p>
            <a:r>
              <a:rPr lang="hu-HU" sz="2400" dirty="0"/>
              <a:t>Következtetés:</a:t>
            </a:r>
          </a:p>
          <a:p>
            <a:pPr lvl="1"/>
            <a:r>
              <a:rPr lang="hu-HU" sz="2000" dirty="0"/>
              <a:t>Van amire be tud tanulni</a:t>
            </a:r>
          </a:p>
          <a:p>
            <a:pPr lvl="1"/>
            <a:r>
              <a:rPr lang="hu-HU" sz="2000" dirty="0"/>
              <a:t>Van kategória, ami gondot okozhat </a:t>
            </a:r>
          </a:p>
          <a:p>
            <a:pPr marL="914400" lvl="2" indent="0">
              <a:buNone/>
            </a:pPr>
            <a:r>
              <a:rPr lang="hu-HU" sz="1600" dirty="0">
                <a:sym typeface="Wingdings" panose="05000000000000000000" pitchFamily="2" charset="2"/>
              </a:rPr>
              <a:t> megoldás? Megfelelő prompt vagy külső beavatkozás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AC247D-0B09-717D-C8E3-42A7DC31F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9067" y="6365731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63A56D2-B841-496B-A623-78E5015BFE80}" type="slidenum">
              <a:rPr lang="en-GB" smtClean="0"/>
              <a:pPr>
                <a:spcAft>
                  <a:spcPts val="600"/>
                </a:spcAft>
              </a:pPr>
              <a:t>9</a:t>
            </a:fld>
            <a:r>
              <a:rPr lang="hu-HU" dirty="0"/>
              <a:t>/9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094699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1716</TotalTime>
  <Words>292</Words>
  <Application>Microsoft Office PowerPoint</Application>
  <PresentationFormat>Szélesvásznú</PresentationFormat>
  <Paragraphs>75</Paragraphs>
  <Slides>9</Slides>
  <Notes>3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Wingdings</vt:lpstr>
      <vt:lpstr>Office Theme</vt:lpstr>
      <vt:lpstr>Kép generálással létrehozott adathalmaz alkalmazása betanításra </vt:lpstr>
      <vt:lpstr>Alap ötlet</vt:lpstr>
      <vt:lpstr>Betanításhoz szükséges képek generálása</vt:lpstr>
      <vt:lpstr>Modell felépítéshez szükséges lépések</vt:lpstr>
      <vt:lpstr>Összehasonlítás: tanulás alapján</vt:lpstr>
      <vt:lpstr>Teszt eredmények: generált képek</vt:lpstr>
      <vt:lpstr>Teszt eredmények: CIFAR10</vt:lpstr>
      <vt:lpstr>Összehasonlítás: konfúziós mátrix</vt:lpstr>
      <vt:lpstr>Végső megítélés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Kep generálással adathalmaz</dc:title>
  <dc:creator>Janka Bacso</dc:creator>
  <cp:lastModifiedBy>Janka Bacso</cp:lastModifiedBy>
  <cp:revision>4</cp:revision>
  <dcterms:created xsi:type="dcterms:W3CDTF">2023-05-31T11:07:24Z</dcterms:created>
  <dcterms:modified xsi:type="dcterms:W3CDTF">2026-09-08T18:23:42Z</dcterms:modified>
</cp:coreProperties>
</file>